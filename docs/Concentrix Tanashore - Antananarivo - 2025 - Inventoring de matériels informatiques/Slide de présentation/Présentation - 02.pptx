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12192000" cy="6858000"/>
  <p:notesSz cx="6858000" cy="9144000"/>
  <p:defaultTextStyle>
    <a:defPPr>
      <a:defRPr lang="fr-M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E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48" d="100"/>
          <a:sy n="48" d="100"/>
        </p:scale>
        <p:origin x="29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324A5-0A3F-4DB1-B494-32C3DD063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147863-96DD-473D-A292-08E681EB5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5FEEE-66EF-45FC-8636-745A8595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A32D27-B464-4404-8B82-57C76D12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0F725D-85EA-4D7F-B5FD-770829CF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53098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325D37-9C84-4D64-A12A-625653A2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DB7E33-FB2E-46E7-989D-371D79A26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A4F915-1A96-48A1-9A8F-EC366FF2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735975-63E0-4DFE-A466-E5EE3090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CFEB96-B2D2-4CAB-9A72-50E69D50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78425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A1A49-1BE4-41F9-9281-F4F0ACC0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9A5DB8-1A6F-4535-AA7D-71DFEADCE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1C7EDA-8A55-4FE5-A1DB-58770B99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693706-2734-4572-9703-0DAF6C38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7A0355-D5F2-43FF-8E9A-CCDA7888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62639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DD519-2ABD-4DF6-9B73-19659409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2F45ED-D420-472D-81D5-9B85352B6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B8ED6C-220D-460E-8DD2-7E100EB04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094B6A-411F-4191-920F-95D79E48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BC67CF-E5A4-4679-BE93-0C4E36DE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2FFEB-2CA0-4489-885C-D5099319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71918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AA8F9-02BA-4E03-82BA-60DEECA1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8BCADB-E74D-4662-8E19-742A1A103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C83F7-3A1A-4850-8FA0-37858E168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CDB8A6-2FBB-4622-891A-5C893BEC6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3AD2D74-5E68-45CE-BDD4-793DB97B7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055781A-0610-4405-8192-66EFF0D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D2BE91-8ACC-4A6A-99B3-4A5FE1E4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3A8945-8C32-4FD2-B7EC-DCE81B32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43155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55E50-9AD3-4894-9E33-B6530361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2E5FA4-52CC-47B5-B894-EE9CB31E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068A08-7C06-4836-8D9B-D99675FA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51994A-C6AC-4786-B3E3-B404C931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813031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5258942-4E9D-4FD3-8D42-4B62651B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049320-C619-483F-B5BB-1E323D2E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DC81B3-AD92-48E0-AB19-1E07DBFA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62734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AC85A-5DF2-463D-91EA-7C917E77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E0E611-418B-477D-A16C-5355E52AE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27AE81-DD19-4134-B541-E1E9603B1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9D9C5C-4F85-475F-9FE1-112FCF18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2F5307-8BB2-467C-85AF-032D6093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43A187-4397-46BA-A3A4-BC5F8BE9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50813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BE893-9C56-4FFF-9764-8A8B9E71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06127C4-8744-4B84-911B-842D24703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D9062-C001-4E77-B45F-340898B38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FA77BE-96C5-46D2-A8BA-00B060CD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588773-E9F9-4997-9FCB-5F99BB41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90C714-B609-46BB-818A-97429CCA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930428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EEBEA-5D65-42F0-865F-024F7228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A5EFD8-4465-46C4-87E2-5B5A8719E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04BE1-5077-450C-A871-C2F74878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12199-7DB0-4B9B-B504-F9B0B12E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8FF1EA-3964-4769-A566-F377AE77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84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0DC4E85-35EF-4342-99AB-BC81DAD8D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782B62-BF50-4CF0-BAB0-6E8F47DF7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C58742-D2FE-4518-B657-E389FB09D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E305AC-BE40-4FFC-A014-5FE48CBB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FE569-7E0A-45DB-A061-B0854C5D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88847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C3FA5D-F8A6-4DCE-8133-9C0F86AC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A077B7-543A-42BF-B567-D73E49E4E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344C9C-083F-4209-A7CF-8C8F08697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C0C92-8B3B-4F6F-8A89-5EAC3F5C8269}" type="datetimeFigureOut">
              <a:rPr lang="fr-MG" smtClean="0"/>
              <a:t>16/01/2026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277C71-AA6A-4641-BEE9-6FF7C21A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803899-C88A-49CF-9788-C02DCDCEC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71384-320F-4024-A7D9-D06CFD93385F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21601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770AEE6-4984-4EB3-A488-18C50F10D5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881" y="604368"/>
            <a:ext cx="1080000" cy="108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0CB33AC-FAA4-449C-93A6-038FB590FC6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35" y="604368"/>
            <a:ext cx="981435" cy="1080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4CAB87F-572A-4BDD-90DD-C431C23D3314}"/>
              </a:ext>
            </a:extLst>
          </p:cNvPr>
          <p:cNvSpPr txBox="1"/>
          <p:nvPr/>
        </p:nvSpPr>
        <p:spPr>
          <a:xfrm>
            <a:off x="2756450" y="1802297"/>
            <a:ext cx="6693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+mj-lt"/>
              </a:rPr>
              <a:t>MÉMOIRE E FIN D’ETUDE POUR L’OBTENTION DU DIPLÔME DE LICENCE PROFESSIONNELLE</a:t>
            </a:r>
            <a:endParaRPr lang="fr-MG" dirty="0">
              <a:latin typeface="+mj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ABA28D-B712-49FE-B6EF-EFE6CA0B228F}"/>
              </a:ext>
            </a:extLst>
          </p:cNvPr>
          <p:cNvSpPr txBox="1"/>
          <p:nvPr/>
        </p:nvSpPr>
        <p:spPr>
          <a:xfrm>
            <a:off x="2016523" y="2812394"/>
            <a:ext cx="8173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003D5B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Conception et réalisation d’une application web de gestion des matériels informatiques</a:t>
            </a:r>
            <a:endParaRPr lang="fr-MG" sz="3200" dirty="0">
              <a:solidFill>
                <a:srgbClr val="003D5B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1D271D-6A7F-452B-947B-AB005F5BAAD1}"/>
              </a:ext>
            </a:extLst>
          </p:cNvPr>
          <p:cNvSpPr txBox="1"/>
          <p:nvPr/>
        </p:nvSpPr>
        <p:spPr>
          <a:xfrm>
            <a:off x="2202051" y="5119860"/>
            <a:ext cx="7763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Présenté par </a:t>
            </a:r>
            <a:r>
              <a:rPr lang="fr-FR" dirty="0"/>
              <a:t>Mlle RAKOTOSAMIMANANA </a:t>
            </a:r>
            <a:r>
              <a:rPr lang="fr-FR" dirty="0" err="1"/>
              <a:t>Andriamarosoa</a:t>
            </a:r>
            <a:r>
              <a:rPr lang="fr-FR" dirty="0"/>
              <a:t> Fitiavana</a:t>
            </a:r>
          </a:p>
          <a:p>
            <a:r>
              <a:rPr lang="fr-FR" dirty="0">
                <a:latin typeface="+mj-lt"/>
              </a:rPr>
              <a:t>Encadré par </a:t>
            </a:r>
            <a:r>
              <a:rPr lang="fr-FR" dirty="0"/>
              <a:t>Mr RAKOTOHASIMBAHOAKA Cyprien Robert, Maître de Conférences</a:t>
            </a:r>
            <a:endParaRPr lang="fr-FR" dirty="0">
              <a:latin typeface="+mj-lt"/>
            </a:endParaRPr>
          </a:p>
          <a:p>
            <a:r>
              <a:rPr lang="fr-FR" dirty="0">
                <a:latin typeface="+mj-lt"/>
              </a:rPr>
              <a:t>Le 21 janvier 2025</a:t>
            </a:r>
            <a:endParaRPr lang="fr-MG" dirty="0">
              <a:latin typeface="+mj-lt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CD06CB8-8DF4-4978-9AE7-F89BA444C03C}"/>
              </a:ext>
            </a:extLst>
          </p:cNvPr>
          <p:cNvSpPr/>
          <p:nvPr/>
        </p:nvSpPr>
        <p:spPr>
          <a:xfrm>
            <a:off x="-878233" y="6170889"/>
            <a:ext cx="6712228" cy="182479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7666EDC-7EA7-4F95-A659-F4CAAD4C6A0F}"/>
              </a:ext>
            </a:extLst>
          </p:cNvPr>
          <p:cNvSpPr/>
          <p:nvPr/>
        </p:nvSpPr>
        <p:spPr>
          <a:xfrm>
            <a:off x="-554427" y="5509286"/>
            <a:ext cx="2663714" cy="872638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D4DC7F8-1E6F-4FA0-8AC3-B8AF852D7442}"/>
              </a:ext>
            </a:extLst>
          </p:cNvPr>
          <p:cNvSpPr/>
          <p:nvPr/>
        </p:nvSpPr>
        <p:spPr>
          <a:xfrm>
            <a:off x="6509854" y="-1302302"/>
            <a:ext cx="6712228" cy="182479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5EF2B8A-77FE-4476-86F2-8FDF56A9B716}"/>
              </a:ext>
            </a:extLst>
          </p:cNvPr>
          <p:cNvSpPr/>
          <p:nvPr/>
        </p:nvSpPr>
        <p:spPr>
          <a:xfrm>
            <a:off x="10190051" y="-33103"/>
            <a:ext cx="2663714" cy="872638"/>
          </a:xfrm>
          <a:prstGeom prst="roundRect">
            <a:avLst>
              <a:gd name="adj" fmla="val 50000"/>
            </a:avLst>
          </a:prstGeom>
          <a:solidFill>
            <a:srgbClr val="003D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F083063-2BE3-4D4F-B4A7-B16B43691097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5" t="38580" r="22088" b="35697"/>
          <a:stretch/>
        </p:blipFill>
        <p:spPr bwMode="auto">
          <a:xfrm>
            <a:off x="8849816" y="757439"/>
            <a:ext cx="2808605" cy="7738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9BA8C560-7327-4D5C-9D86-1CB4D24FD2CA}"/>
              </a:ext>
            </a:extLst>
          </p:cNvPr>
          <p:cNvSpPr/>
          <p:nvPr/>
        </p:nvSpPr>
        <p:spPr>
          <a:xfrm>
            <a:off x="6646643" y="27087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EBA848C-20BE-4790-8A4C-AB7769B37C95}"/>
              </a:ext>
            </a:extLst>
          </p:cNvPr>
          <p:cNvSpPr/>
          <p:nvPr/>
        </p:nvSpPr>
        <p:spPr>
          <a:xfrm>
            <a:off x="7654472" y="964368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A02E40D-2ED5-42FD-BA40-CAF5235D32AC}"/>
              </a:ext>
            </a:extLst>
          </p:cNvPr>
          <p:cNvSpPr/>
          <p:nvPr/>
        </p:nvSpPr>
        <p:spPr>
          <a:xfrm>
            <a:off x="11626742" y="514928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C5A6815-49C7-4A7F-8698-E7180547D6BC}"/>
              </a:ext>
            </a:extLst>
          </p:cNvPr>
          <p:cNvSpPr/>
          <p:nvPr/>
        </p:nvSpPr>
        <p:spPr>
          <a:xfrm>
            <a:off x="11106663" y="6262498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335D486-AF15-4F15-89E9-571D48BE55D5}"/>
              </a:ext>
            </a:extLst>
          </p:cNvPr>
          <p:cNvSpPr/>
          <p:nvPr/>
        </p:nvSpPr>
        <p:spPr>
          <a:xfrm>
            <a:off x="-899552" y="-901891"/>
            <a:ext cx="1800000" cy="1800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3E26C3C-982D-4A07-99CB-215EC85ED7E2}"/>
              </a:ext>
            </a:extLst>
          </p:cNvPr>
          <p:cNvSpPr/>
          <p:nvPr/>
        </p:nvSpPr>
        <p:spPr>
          <a:xfrm>
            <a:off x="-359552" y="-3618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89F2E00-B1BC-4251-9B77-7D0552423DE3}"/>
              </a:ext>
            </a:extLst>
          </p:cNvPr>
          <p:cNvSpPr/>
          <p:nvPr/>
        </p:nvSpPr>
        <p:spPr>
          <a:xfrm>
            <a:off x="-180000" y="6246206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DFA257C-ABED-4FB5-9232-C4B970826222}"/>
              </a:ext>
            </a:extLst>
          </p:cNvPr>
          <p:cNvSpPr/>
          <p:nvPr/>
        </p:nvSpPr>
        <p:spPr>
          <a:xfrm>
            <a:off x="7143432" y="14101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168952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14EB65-272D-4C9F-A3AF-8B093D3F2F9E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0690CAE9-1E05-4AB0-859E-C2590649B43E}"/>
              </a:ext>
            </a:extLst>
          </p:cNvPr>
          <p:cNvSpPr/>
          <p:nvPr/>
        </p:nvSpPr>
        <p:spPr>
          <a:xfrm>
            <a:off x="315604" y="-2906952"/>
            <a:ext cx="5076000" cy="8792205"/>
          </a:xfrm>
          <a:custGeom>
            <a:avLst/>
            <a:gdLst>
              <a:gd name="connsiteX0" fmla="*/ 2551045 w 5076000"/>
              <a:gd name="connsiteY0" fmla="*/ 0 h 8792205"/>
              <a:gd name="connsiteX1" fmla="*/ 2766056 w 5076000"/>
              <a:gd name="connsiteY1" fmla="*/ 10858 h 8792205"/>
              <a:gd name="connsiteX2" fmla="*/ 4653963 w 5076000"/>
              <a:gd name="connsiteY2" fmla="*/ 2102919 h 8792205"/>
              <a:gd name="connsiteX3" fmla="*/ 4653963 w 5076000"/>
              <a:gd name="connsiteY3" fmla="*/ 4609312 h 8792205"/>
              <a:gd name="connsiteX4" fmla="*/ 4643106 w 5076000"/>
              <a:gd name="connsiteY4" fmla="*/ 4824323 h 8792205"/>
              <a:gd name="connsiteX5" fmla="*/ 4641635 w 5076000"/>
              <a:gd name="connsiteY5" fmla="*/ 4833961 h 8792205"/>
              <a:gd name="connsiteX6" fmla="*/ 4642550 w 5076000"/>
              <a:gd name="connsiteY6" fmla="*/ 4835185 h 8792205"/>
              <a:gd name="connsiteX7" fmla="*/ 5076000 w 5076000"/>
              <a:gd name="connsiteY7" fmla="*/ 6254205 h 8792205"/>
              <a:gd name="connsiteX8" fmla="*/ 2538000 w 5076000"/>
              <a:gd name="connsiteY8" fmla="*/ 8792205 h 8792205"/>
              <a:gd name="connsiteX9" fmla="*/ 0 w 5076000"/>
              <a:gd name="connsiteY9" fmla="*/ 6254205 h 8792205"/>
              <a:gd name="connsiteX10" fmla="*/ 433451 w 5076000"/>
              <a:gd name="connsiteY10" fmla="*/ 4835185 h 8792205"/>
              <a:gd name="connsiteX11" fmla="*/ 457882 w 5076000"/>
              <a:gd name="connsiteY11" fmla="*/ 4802513 h 8792205"/>
              <a:gd name="connsiteX12" fmla="*/ 448127 w 5076000"/>
              <a:gd name="connsiteY12" fmla="*/ 4609311 h 8792205"/>
              <a:gd name="connsiteX13" fmla="*/ 448128 w 5076000"/>
              <a:gd name="connsiteY13" fmla="*/ 2102919 h 8792205"/>
              <a:gd name="connsiteX14" fmla="*/ 2336034 w 5076000"/>
              <a:gd name="connsiteY14" fmla="*/ 10858 h 8792205"/>
              <a:gd name="connsiteX15" fmla="*/ 2551045 w 5076000"/>
              <a:gd name="connsiteY15" fmla="*/ 0 h 8792205"/>
              <a:gd name="connsiteX16" fmla="*/ 2551046 w 5076000"/>
              <a:gd name="connsiteY16" fmla="*/ 0 h 8792205"/>
              <a:gd name="connsiteX17" fmla="*/ 2551045 w 5076000"/>
              <a:gd name="connsiteY17" fmla="*/ 0 h 879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76000" h="8792205">
                <a:moveTo>
                  <a:pt x="2551045" y="0"/>
                </a:moveTo>
                <a:lnTo>
                  <a:pt x="2766056" y="10858"/>
                </a:lnTo>
                <a:cubicBezTo>
                  <a:pt x="3826465" y="118548"/>
                  <a:pt x="4653963" y="1014097"/>
                  <a:pt x="4653963" y="2102919"/>
                </a:cubicBezTo>
                <a:lnTo>
                  <a:pt x="4653963" y="4609312"/>
                </a:lnTo>
                <a:cubicBezTo>
                  <a:pt x="4653963" y="4681900"/>
                  <a:pt x="4650285" y="4753629"/>
                  <a:pt x="4643106" y="4824323"/>
                </a:cubicBezTo>
                <a:lnTo>
                  <a:pt x="4641635" y="4833961"/>
                </a:lnTo>
                <a:lnTo>
                  <a:pt x="4642550" y="4835185"/>
                </a:lnTo>
                <a:cubicBezTo>
                  <a:pt x="4916208" y="5240252"/>
                  <a:pt x="5076000" y="5728568"/>
                  <a:pt x="5076000" y="6254205"/>
                </a:cubicBezTo>
                <a:cubicBezTo>
                  <a:pt x="5076000" y="7655904"/>
                  <a:pt x="3939699" y="8792205"/>
                  <a:pt x="2538000" y="8792205"/>
                </a:cubicBezTo>
                <a:cubicBezTo>
                  <a:pt x="1136301" y="8792205"/>
                  <a:pt x="0" y="7655904"/>
                  <a:pt x="0" y="6254205"/>
                </a:cubicBezTo>
                <a:cubicBezTo>
                  <a:pt x="0" y="5728568"/>
                  <a:pt x="159792" y="5240252"/>
                  <a:pt x="433451" y="4835185"/>
                </a:cubicBezTo>
                <a:lnTo>
                  <a:pt x="457882" y="4802513"/>
                </a:lnTo>
                <a:lnTo>
                  <a:pt x="448127" y="4609311"/>
                </a:lnTo>
                <a:lnTo>
                  <a:pt x="448128" y="2102919"/>
                </a:lnTo>
                <a:cubicBezTo>
                  <a:pt x="448128" y="1014097"/>
                  <a:pt x="1275625" y="118548"/>
                  <a:pt x="2336034" y="10858"/>
                </a:cubicBezTo>
                <a:close/>
                <a:moveTo>
                  <a:pt x="2551045" y="0"/>
                </a:moveTo>
                <a:lnTo>
                  <a:pt x="2551046" y="0"/>
                </a:lnTo>
                <a:lnTo>
                  <a:pt x="2551045" y="0"/>
                </a:lnTo>
                <a:close/>
              </a:path>
            </a:pathLst>
          </a:custGeom>
          <a:solidFill>
            <a:srgbClr val="25E2CC">
              <a:alpha val="4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MG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0253592-9280-4855-986D-2FE8DF3DE17B}"/>
              </a:ext>
            </a:extLst>
          </p:cNvPr>
          <p:cNvSpPr/>
          <p:nvPr/>
        </p:nvSpPr>
        <p:spPr>
          <a:xfrm>
            <a:off x="616648" y="1080543"/>
            <a:ext cx="4500000" cy="4500000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E45A06-FDA7-4401-ACC8-B17DC219F7C9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ADDFAE-98FD-4B52-BFDB-4E6DCB01A540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8D5EAA-6C41-4810-9A71-FC840C3BCC72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FD8AFC-4BF8-426A-BE5E-81F6A34DD4D2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586C613-17DB-4FFD-B9E3-2434F0D86743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E81D5AF-1DA3-4E41-B8CA-3381D7BAB514}"/>
              </a:ext>
            </a:extLst>
          </p:cNvPr>
          <p:cNvGrpSpPr/>
          <p:nvPr/>
        </p:nvGrpSpPr>
        <p:grpSpPr>
          <a:xfrm>
            <a:off x="12322080" y="358262"/>
            <a:ext cx="5758870" cy="1232400"/>
            <a:chOff x="12322080" y="358262"/>
            <a:chExt cx="5758870" cy="123240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8CB88470-040C-4A0F-817F-4CBF453FDE51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3273EEB9-B1FD-4B45-9668-FD265F90EDB3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15" name="Rectangle : coins arrondis 14">
                  <a:extLst>
                    <a:ext uri="{FF2B5EF4-FFF2-40B4-BE49-F238E27FC236}">
                      <a16:creationId xmlns:a16="http://schemas.microsoft.com/office/drawing/2014/main" id="{D343F767-2E58-42CF-954F-51AA6C34B29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16" name="Rectangle : coins arrondis 15">
                  <a:extLst>
                    <a:ext uri="{FF2B5EF4-FFF2-40B4-BE49-F238E27FC236}">
                      <a16:creationId xmlns:a16="http://schemas.microsoft.com/office/drawing/2014/main" id="{21A3D740-6060-4A87-8327-E0F8D4B59F70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E106446C-83F8-4C16-AAF8-2A65913A9B3D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68B7E19-4AA9-437D-8696-7449AB8787A5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5D3AE95-5E05-46B7-9422-33998C15F02B}"/>
              </a:ext>
            </a:extLst>
          </p:cNvPr>
          <p:cNvGrpSpPr/>
          <p:nvPr/>
        </p:nvGrpSpPr>
        <p:grpSpPr>
          <a:xfrm>
            <a:off x="12337130" y="3606772"/>
            <a:ext cx="5740940" cy="1232400"/>
            <a:chOff x="12322080" y="1979874"/>
            <a:chExt cx="5740940" cy="12324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81BC34-D8E5-4167-8DC5-82FD878BB544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27B3B8A6-63D3-4165-8D95-14F0DC3D47A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530BE301-3586-41BA-BF55-9F2407FECAB3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3" name="Rectangle : coins arrondis 22">
                  <a:extLst>
                    <a:ext uri="{FF2B5EF4-FFF2-40B4-BE49-F238E27FC236}">
                      <a16:creationId xmlns:a16="http://schemas.microsoft.com/office/drawing/2014/main" id="{B6D9F0F5-C28E-4DDC-A988-4DB48C1FE5AA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FC37B3FE-CFE0-48D7-9254-323AF5006621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BAE12E8-3D30-4589-B79C-D45BF0AFDC91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484D322-6454-44D5-A7A0-6FD276DF0AC5}"/>
              </a:ext>
            </a:extLst>
          </p:cNvPr>
          <p:cNvGrpSpPr/>
          <p:nvPr/>
        </p:nvGrpSpPr>
        <p:grpSpPr>
          <a:xfrm>
            <a:off x="12322080" y="2003060"/>
            <a:ext cx="5740940" cy="1232400"/>
            <a:chOff x="12322080" y="3601486"/>
            <a:chExt cx="5740940" cy="12324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CE20F05-925E-4B22-8D37-C62CAD5AB460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9F80125-19A8-4034-8701-B7548CD6C81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72055C56-CDAA-4000-8A05-90E1273AC16A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6EE47E03-75CD-48E2-9E8D-C87A0B0CDF9B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F7A9013D-3E51-4188-ABD5-47626FD5DF7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F04DBBF-3BD1-4FF2-856B-5A8081A83FBC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48ACAB3-9B12-4CE7-AF75-0B0952104FBE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40010" y="5249166"/>
            <a:chExt cx="5740940" cy="123240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ECFFE5D-725A-4F75-8558-4EECC565822C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30BED1EE-F454-4583-8279-62495E03C20D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68661362-E792-4FD1-9EC5-269EBCC4A23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E6394AB5-D5B2-4DC3-BE28-34337653176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CE999932-49F6-427D-9451-38C7B3748B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2497486-097D-4CFE-ADEB-20461E4C5B21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4B3B4FEA-8308-4511-BB16-9ED50BC5AB0C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536238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14EB65-272D-4C9F-A3AF-8B093D3F2F9E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0690CAE9-1E05-4AB0-859E-C2590649B43E}"/>
              </a:ext>
            </a:extLst>
          </p:cNvPr>
          <p:cNvSpPr/>
          <p:nvPr/>
        </p:nvSpPr>
        <p:spPr>
          <a:xfrm>
            <a:off x="315604" y="-2906952"/>
            <a:ext cx="5076000" cy="8792205"/>
          </a:xfrm>
          <a:custGeom>
            <a:avLst/>
            <a:gdLst>
              <a:gd name="connsiteX0" fmla="*/ 2551045 w 5076000"/>
              <a:gd name="connsiteY0" fmla="*/ 0 h 8792205"/>
              <a:gd name="connsiteX1" fmla="*/ 2766056 w 5076000"/>
              <a:gd name="connsiteY1" fmla="*/ 10858 h 8792205"/>
              <a:gd name="connsiteX2" fmla="*/ 4653963 w 5076000"/>
              <a:gd name="connsiteY2" fmla="*/ 2102919 h 8792205"/>
              <a:gd name="connsiteX3" fmla="*/ 4653963 w 5076000"/>
              <a:gd name="connsiteY3" fmla="*/ 4609312 h 8792205"/>
              <a:gd name="connsiteX4" fmla="*/ 4643106 w 5076000"/>
              <a:gd name="connsiteY4" fmla="*/ 4824323 h 8792205"/>
              <a:gd name="connsiteX5" fmla="*/ 4641635 w 5076000"/>
              <a:gd name="connsiteY5" fmla="*/ 4833961 h 8792205"/>
              <a:gd name="connsiteX6" fmla="*/ 4642550 w 5076000"/>
              <a:gd name="connsiteY6" fmla="*/ 4835185 h 8792205"/>
              <a:gd name="connsiteX7" fmla="*/ 5076000 w 5076000"/>
              <a:gd name="connsiteY7" fmla="*/ 6254205 h 8792205"/>
              <a:gd name="connsiteX8" fmla="*/ 2538000 w 5076000"/>
              <a:gd name="connsiteY8" fmla="*/ 8792205 h 8792205"/>
              <a:gd name="connsiteX9" fmla="*/ 0 w 5076000"/>
              <a:gd name="connsiteY9" fmla="*/ 6254205 h 8792205"/>
              <a:gd name="connsiteX10" fmla="*/ 433451 w 5076000"/>
              <a:gd name="connsiteY10" fmla="*/ 4835185 h 8792205"/>
              <a:gd name="connsiteX11" fmla="*/ 457882 w 5076000"/>
              <a:gd name="connsiteY11" fmla="*/ 4802513 h 8792205"/>
              <a:gd name="connsiteX12" fmla="*/ 448127 w 5076000"/>
              <a:gd name="connsiteY12" fmla="*/ 4609311 h 8792205"/>
              <a:gd name="connsiteX13" fmla="*/ 448128 w 5076000"/>
              <a:gd name="connsiteY13" fmla="*/ 2102919 h 8792205"/>
              <a:gd name="connsiteX14" fmla="*/ 2336034 w 5076000"/>
              <a:gd name="connsiteY14" fmla="*/ 10858 h 8792205"/>
              <a:gd name="connsiteX15" fmla="*/ 2551045 w 5076000"/>
              <a:gd name="connsiteY15" fmla="*/ 0 h 8792205"/>
              <a:gd name="connsiteX16" fmla="*/ 2551046 w 5076000"/>
              <a:gd name="connsiteY16" fmla="*/ 0 h 8792205"/>
              <a:gd name="connsiteX17" fmla="*/ 2551045 w 5076000"/>
              <a:gd name="connsiteY17" fmla="*/ 0 h 879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76000" h="8792205">
                <a:moveTo>
                  <a:pt x="2551045" y="0"/>
                </a:moveTo>
                <a:lnTo>
                  <a:pt x="2766056" y="10858"/>
                </a:lnTo>
                <a:cubicBezTo>
                  <a:pt x="3826465" y="118548"/>
                  <a:pt x="4653963" y="1014097"/>
                  <a:pt x="4653963" y="2102919"/>
                </a:cubicBezTo>
                <a:lnTo>
                  <a:pt x="4653963" y="4609312"/>
                </a:lnTo>
                <a:cubicBezTo>
                  <a:pt x="4653963" y="4681900"/>
                  <a:pt x="4650285" y="4753629"/>
                  <a:pt x="4643106" y="4824323"/>
                </a:cubicBezTo>
                <a:lnTo>
                  <a:pt x="4641635" y="4833961"/>
                </a:lnTo>
                <a:lnTo>
                  <a:pt x="4642550" y="4835185"/>
                </a:lnTo>
                <a:cubicBezTo>
                  <a:pt x="4916208" y="5240252"/>
                  <a:pt x="5076000" y="5728568"/>
                  <a:pt x="5076000" y="6254205"/>
                </a:cubicBezTo>
                <a:cubicBezTo>
                  <a:pt x="5076000" y="7655904"/>
                  <a:pt x="3939699" y="8792205"/>
                  <a:pt x="2538000" y="8792205"/>
                </a:cubicBezTo>
                <a:cubicBezTo>
                  <a:pt x="1136301" y="8792205"/>
                  <a:pt x="0" y="7655904"/>
                  <a:pt x="0" y="6254205"/>
                </a:cubicBezTo>
                <a:cubicBezTo>
                  <a:pt x="0" y="5728568"/>
                  <a:pt x="159792" y="5240252"/>
                  <a:pt x="433451" y="4835185"/>
                </a:cubicBezTo>
                <a:lnTo>
                  <a:pt x="457882" y="4802513"/>
                </a:lnTo>
                <a:lnTo>
                  <a:pt x="448127" y="4609311"/>
                </a:lnTo>
                <a:lnTo>
                  <a:pt x="448128" y="2102919"/>
                </a:lnTo>
                <a:cubicBezTo>
                  <a:pt x="448128" y="1014097"/>
                  <a:pt x="1275625" y="118548"/>
                  <a:pt x="2336034" y="10858"/>
                </a:cubicBezTo>
                <a:close/>
                <a:moveTo>
                  <a:pt x="2551045" y="0"/>
                </a:moveTo>
                <a:lnTo>
                  <a:pt x="2551046" y="0"/>
                </a:lnTo>
                <a:lnTo>
                  <a:pt x="2551045" y="0"/>
                </a:lnTo>
                <a:close/>
              </a:path>
            </a:pathLst>
          </a:custGeom>
          <a:solidFill>
            <a:srgbClr val="25E2CC">
              <a:alpha val="4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MG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0253592-9280-4855-986D-2FE8DF3DE17B}"/>
              </a:ext>
            </a:extLst>
          </p:cNvPr>
          <p:cNvSpPr/>
          <p:nvPr/>
        </p:nvSpPr>
        <p:spPr>
          <a:xfrm>
            <a:off x="616648" y="1080543"/>
            <a:ext cx="4500000" cy="4500000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E45A06-FDA7-4401-ACC8-B17DC219F7C9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ADDFAE-98FD-4B52-BFDB-4E6DCB01A540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8D5EAA-6C41-4810-9A71-FC840C3BCC72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FD8AFC-4BF8-426A-BE5E-81F6A34DD4D2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586C613-17DB-4FFD-B9E3-2434F0D86743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E81D5AF-1DA3-4E41-B8CA-3381D7BAB514}"/>
              </a:ext>
            </a:extLst>
          </p:cNvPr>
          <p:cNvGrpSpPr/>
          <p:nvPr/>
        </p:nvGrpSpPr>
        <p:grpSpPr>
          <a:xfrm>
            <a:off x="6097746" y="358262"/>
            <a:ext cx="5758870" cy="1232400"/>
            <a:chOff x="12322080" y="358262"/>
            <a:chExt cx="5758870" cy="123240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8CB88470-040C-4A0F-817F-4CBF453FDE51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3273EEB9-B1FD-4B45-9668-FD265F90EDB3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15" name="Rectangle : coins arrondis 14">
                  <a:extLst>
                    <a:ext uri="{FF2B5EF4-FFF2-40B4-BE49-F238E27FC236}">
                      <a16:creationId xmlns:a16="http://schemas.microsoft.com/office/drawing/2014/main" id="{D343F767-2E58-42CF-954F-51AA6C34B29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16" name="Rectangle : coins arrondis 15">
                  <a:extLst>
                    <a:ext uri="{FF2B5EF4-FFF2-40B4-BE49-F238E27FC236}">
                      <a16:creationId xmlns:a16="http://schemas.microsoft.com/office/drawing/2014/main" id="{21A3D740-6060-4A87-8327-E0F8D4B59F70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E106446C-83F8-4C16-AAF8-2A65913A9B3D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68B7E19-4AA9-437D-8696-7449AB8787A5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5D3AE95-5E05-46B7-9422-33998C15F02B}"/>
              </a:ext>
            </a:extLst>
          </p:cNvPr>
          <p:cNvGrpSpPr/>
          <p:nvPr/>
        </p:nvGrpSpPr>
        <p:grpSpPr>
          <a:xfrm>
            <a:off x="12337130" y="3606772"/>
            <a:ext cx="5740940" cy="1232400"/>
            <a:chOff x="12322080" y="1979874"/>
            <a:chExt cx="5740940" cy="12324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81BC34-D8E5-4167-8DC5-82FD878BB544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27B3B8A6-63D3-4165-8D95-14F0DC3D47A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530BE301-3586-41BA-BF55-9F2407FECAB3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3" name="Rectangle : coins arrondis 22">
                  <a:extLst>
                    <a:ext uri="{FF2B5EF4-FFF2-40B4-BE49-F238E27FC236}">
                      <a16:creationId xmlns:a16="http://schemas.microsoft.com/office/drawing/2014/main" id="{B6D9F0F5-C28E-4DDC-A988-4DB48C1FE5AA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FC37B3FE-CFE0-48D7-9254-323AF5006621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BAE12E8-3D30-4589-B79C-D45BF0AFDC91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484D322-6454-44D5-A7A0-6FD276DF0AC5}"/>
              </a:ext>
            </a:extLst>
          </p:cNvPr>
          <p:cNvGrpSpPr/>
          <p:nvPr/>
        </p:nvGrpSpPr>
        <p:grpSpPr>
          <a:xfrm>
            <a:off x="12322080" y="2003060"/>
            <a:ext cx="5740940" cy="1232400"/>
            <a:chOff x="12322080" y="3601486"/>
            <a:chExt cx="5740940" cy="12324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CE20F05-925E-4B22-8D37-C62CAD5AB460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9F80125-19A8-4034-8701-B7548CD6C81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72055C56-CDAA-4000-8A05-90E1273AC16A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6EE47E03-75CD-48E2-9E8D-C87A0B0CDF9B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F7A9013D-3E51-4188-ABD5-47626FD5DF7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F04DBBF-3BD1-4FF2-856B-5A8081A83FBC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48ACAB3-9B12-4CE7-AF75-0B0952104FBE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40010" y="5249166"/>
            <a:chExt cx="5740940" cy="123240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ECFFE5D-725A-4F75-8558-4EECC565822C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30BED1EE-F454-4583-8279-62495E03C20D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68661362-E792-4FD1-9EC5-269EBCC4A23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E6394AB5-D5B2-4DC3-BE28-34337653176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CE999932-49F6-427D-9451-38C7B3748B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2497486-097D-4CFE-ADEB-20461E4C5B21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4B3B4FEA-8308-4511-BB16-9ED50BC5AB0C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210769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14EB65-272D-4C9F-A3AF-8B093D3F2F9E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0690CAE9-1E05-4AB0-859E-C2590649B43E}"/>
              </a:ext>
            </a:extLst>
          </p:cNvPr>
          <p:cNvSpPr/>
          <p:nvPr/>
        </p:nvSpPr>
        <p:spPr>
          <a:xfrm>
            <a:off x="315604" y="-2906952"/>
            <a:ext cx="5076000" cy="8792205"/>
          </a:xfrm>
          <a:custGeom>
            <a:avLst/>
            <a:gdLst>
              <a:gd name="connsiteX0" fmla="*/ 2551045 w 5076000"/>
              <a:gd name="connsiteY0" fmla="*/ 0 h 8792205"/>
              <a:gd name="connsiteX1" fmla="*/ 2766056 w 5076000"/>
              <a:gd name="connsiteY1" fmla="*/ 10858 h 8792205"/>
              <a:gd name="connsiteX2" fmla="*/ 4653963 w 5076000"/>
              <a:gd name="connsiteY2" fmla="*/ 2102919 h 8792205"/>
              <a:gd name="connsiteX3" fmla="*/ 4653963 w 5076000"/>
              <a:gd name="connsiteY3" fmla="*/ 4609312 h 8792205"/>
              <a:gd name="connsiteX4" fmla="*/ 4643106 w 5076000"/>
              <a:gd name="connsiteY4" fmla="*/ 4824323 h 8792205"/>
              <a:gd name="connsiteX5" fmla="*/ 4641635 w 5076000"/>
              <a:gd name="connsiteY5" fmla="*/ 4833961 h 8792205"/>
              <a:gd name="connsiteX6" fmla="*/ 4642550 w 5076000"/>
              <a:gd name="connsiteY6" fmla="*/ 4835185 h 8792205"/>
              <a:gd name="connsiteX7" fmla="*/ 5076000 w 5076000"/>
              <a:gd name="connsiteY7" fmla="*/ 6254205 h 8792205"/>
              <a:gd name="connsiteX8" fmla="*/ 2538000 w 5076000"/>
              <a:gd name="connsiteY8" fmla="*/ 8792205 h 8792205"/>
              <a:gd name="connsiteX9" fmla="*/ 0 w 5076000"/>
              <a:gd name="connsiteY9" fmla="*/ 6254205 h 8792205"/>
              <a:gd name="connsiteX10" fmla="*/ 433451 w 5076000"/>
              <a:gd name="connsiteY10" fmla="*/ 4835185 h 8792205"/>
              <a:gd name="connsiteX11" fmla="*/ 457882 w 5076000"/>
              <a:gd name="connsiteY11" fmla="*/ 4802513 h 8792205"/>
              <a:gd name="connsiteX12" fmla="*/ 448127 w 5076000"/>
              <a:gd name="connsiteY12" fmla="*/ 4609311 h 8792205"/>
              <a:gd name="connsiteX13" fmla="*/ 448128 w 5076000"/>
              <a:gd name="connsiteY13" fmla="*/ 2102919 h 8792205"/>
              <a:gd name="connsiteX14" fmla="*/ 2336034 w 5076000"/>
              <a:gd name="connsiteY14" fmla="*/ 10858 h 8792205"/>
              <a:gd name="connsiteX15" fmla="*/ 2551045 w 5076000"/>
              <a:gd name="connsiteY15" fmla="*/ 0 h 8792205"/>
              <a:gd name="connsiteX16" fmla="*/ 2551046 w 5076000"/>
              <a:gd name="connsiteY16" fmla="*/ 0 h 8792205"/>
              <a:gd name="connsiteX17" fmla="*/ 2551045 w 5076000"/>
              <a:gd name="connsiteY17" fmla="*/ 0 h 879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76000" h="8792205">
                <a:moveTo>
                  <a:pt x="2551045" y="0"/>
                </a:moveTo>
                <a:lnTo>
                  <a:pt x="2766056" y="10858"/>
                </a:lnTo>
                <a:cubicBezTo>
                  <a:pt x="3826465" y="118548"/>
                  <a:pt x="4653963" y="1014097"/>
                  <a:pt x="4653963" y="2102919"/>
                </a:cubicBezTo>
                <a:lnTo>
                  <a:pt x="4653963" y="4609312"/>
                </a:lnTo>
                <a:cubicBezTo>
                  <a:pt x="4653963" y="4681900"/>
                  <a:pt x="4650285" y="4753629"/>
                  <a:pt x="4643106" y="4824323"/>
                </a:cubicBezTo>
                <a:lnTo>
                  <a:pt x="4641635" y="4833961"/>
                </a:lnTo>
                <a:lnTo>
                  <a:pt x="4642550" y="4835185"/>
                </a:lnTo>
                <a:cubicBezTo>
                  <a:pt x="4916208" y="5240252"/>
                  <a:pt x="5076000" y="5728568"/>
                  <a:pt x="5076000" y="6254205"/>
                </a:cubicBezTo>
                <a:cubicBezTo>
                  <a:pt x="5076000" y="7655904"/>
                  <a:pt x="3939699" y="8792205"/>
                  <a:pt x="2538000" y="8792205"/>
                </a:cubicBezTo>
                <a:cubicBezTo>
                  <a:pt x="1136301" y="8792205"/>
                  <a:pt x="0" y="7655904"/>
                  <a:pt x="0" y="6254205"/>
                </a:cubicBezTo>
                <a:cubicBezTo>
                  <a:pt x="0" y="5728568"/>
                  <a:pt x="159792" y="5240252"/>
                  <a:pt x="433451" y="4835185"/>
                </a:cubicBezTo>
                <a:lnTo>
                  <a:pt x="457882" y="4802513"/>
                </a:lnTo>
                <a:lnTo>
                  <a:pt x="448127" y="4609311"/>
                </a:lnTo>
                <a:lnTo>
                  <a:pt x="448128" y="2102919"/>
                </a:lnTo>
                <a:cubicBezTo>
                  <a:pt x="448128" y="1014097"/>
                  <a:pt x="1275625" y="118548"/>
                  <a:pt x="2336034" y="10858"/>
                </a:cubicBezTo>
                <a:close/>
                <a:moveTo>
                  <a:pt x="2551045" y="0"/>
                </a:moveTo>
                <a:lnTo>
                  <a:pt x="2551046" y="0"/>
                </a:lnTo>
                <a:lnTo>
                  <a:pt x="2551045" y="0"/>
                </a:lnTo>
                <a:close/>
              </a:path>
            </a:pathLst>
          </a:custGeom>
          <a:solidFill>
            <a:srgbClr val="25E2CC">
              <a:alpha val="4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MG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0253592-9280-4855-986D-2FE8DF3DE17B}"/>
              </a:ext>
            </a:extLst>
          </p:cNvPr>
          <p:cNvSpPr/>
          <p:nvPr/>
        </p:nvSpPr>
        <p:spPr>
          <a:xfrm>
            <a:off x="616648" y="1080543"/>
            <a:ext cx="4500000" cy="4500000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E45A06-FDA7-4401-ACC8-B17DC219F7C9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ADDFAE-98FD-4B52-BFDB-4E6DCB01A540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8D5EAA-6C41-4810-9A71-FC840C3BCC72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FD8AFC-4BF8-426A-BE5E-81F6A34DD4D2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586C613-17DB-4FFD-B9E3-2434F0D86743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E81D5AF-1DA3-4E41-B8CA-3381D7BAB514}"/>
              </a:ext>
            </a:extLst>
          </p:cNvPr>
          <p:cNvGrpSpPr/>
          <p:nvPr/>
        </p:nvGrpSpPr>
        <p:grpSpPr>
          <a:xfrm>
            <a:off x="6097746" y="358262"/>
            <a:ext cx="5758870" cy="1232400"/>
            <a:chOff x="12322080" y="358262"/>
            <a:chExt cx="5758870" cy="123240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8CB88470-040C-4A0F-817F-4CBF453FDE51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3273EEB9-B1FD-4B45-9668-FD265F90EDB3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15" name="Rectangle : coins arrondis 14">
                  <a:extLst>
                    <a:ext uri="{FF2B5EF4-FFF2-40B4-BE49-F238E27FC236}">
                      <a16:creationId xmlns:a16="http://schemas.microsoft.com/office/drawing/2014/main" id="{D343F767-2E58-42CF-954F-51AA6C34B29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16" name="Rectangle : coins arrondis 15">
                  <a:extLst>
                    <a:ext uri="{FF2B5EF4-FFF2-40B4-BE49-F238E27FC236}">
                      <a16:creationId xmlns:a16="http://schemas.microsoft.com/office/drawing/2014/main" id="{21A3D740-6060-4A87-8327-E0F8D4B59F70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E106446C-83F8-4C16-AAF8-2A65913A9B3D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68B7E19-4AA9-437D-8696-7449AB8787A5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5D3AE95-5E05-46B7-9422-33998C15F02B}"/>
              </a:ext>
            </a:extLst>
          </p:cNvPr>
          <p:cNvGrpSpPr/>
          <p:nvPr/>
        </p:nvGrpSpPr>
        <p:grpSpPr>
          <a:xfrm>
            <a:off x="12337130" y="3606772"/>
            <a:ext cx="5740940" cy="1232400"/>
            <a:chOff x="12322080" y="1979874"/>
            <a:chExt cx="5740940" cy="12324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81BC34-D8E5-4167-8DC5-82FD878BB544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27B3B8A6-63D3-4165-8D95-14F0DC3D47A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530BE301-3586-41BA-BF55-9F2407FECAB3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3" name="Rectangle : coins arrondis 22">
                  <a:extLst>
                    <a:ext uri="{FF2B5EF4-FFF2-40B4-BE49-F238E27FC236}">
                      <a16:creationId xmlns:a16="http://schemas.microsoft.com/office/drawing/2014/main" id="{B6D9F0F5-C28E-4DDC-A988-4DB48C1FE5AA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FC37B3FE-CFE0-48D7-9254-323AF5006621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BAE12E8-3D30-4589-B79C-D45BF0AFDC91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484D322-6454-44D5-A7A0-6FD276DF0AC5}"/>
              </a:ext>
            </a:extLst>
          </p:cNvPr>
          <p:cNvGrpSpPr/>
          <p:nvPr/>
        </p:nvGrpSpPr>
        <p:grpSpPr>
          <a:xfrm>
            <a:off x="6113788" y="2003060"/>
            <a:ext cx="5740940" cy="1232400"/>
            <a:chOff x="12322080" y="3601486"/>
            <a:chExt cx="5740940" cy="12324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CE20F05-925E-4B22-8D37-C62CAD5AB460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9F80125-19A8-4034-8701-B7548CD6C81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72055C56-CDAA-4000-8A05-90E1273AC16A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6EE47E03-75CD-48E2-9E8D-C87A0B0CDF9B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F7A9013D-3E51-4188-ABD5-47626FD5DF7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F04DBBF-3BD1-4FF2-856B-5A8081A83FBC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48ACAB3-9B12-4CE7-AF75-0B0952104FBE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40010" y="5249166"/>
            <a:chExt cx="5740940" cy="123240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ECFFE5D-725A-4F75-8558-4EECC565822C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30BED1EE-F454-4583-8279-62495E03C20D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68661362-E792-4FD1-9EC5-269EBCC4A23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E6394AB5-D5B2-4DC3-BE28-34337653176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CE999932-49F6-427D-9451-38C7B3748B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2497486-097D-4CFE-ADEB-20461E4C5B21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4B3B4FEA-8308-4511-BB16-9ED50BC5AB0C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917462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14EB65-272D-4C9F-A3AF-8B093D3F2F9E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0690CAE9-1E05-4AB0-859E-C2590649B43E}"/>
              </a:ext>
            </a:extLst>
          </p:cNvPr>
          <p:cNvSpPr/>
          <p:nvPr/>
        </p:nvSpPr>
        <p:spPr>
          <a:xfrm>
            <a:off x="315604" y="-2906952"/>
            <a:ext cx="5076000" cy="8792205"/>
          </a:xfrm>
          <a:custGeom>
            <a:avLst/>
            <a:gdLst>
              <a:gd name="connsiteX0" fmla="*/ 2551045 w 5076000"/>
              <a:gd name="connsiteY0" fmla="*/ 0 h 8792205"/>
              <a:gd name="connsiteX1" fmla="*/ 2766056 w 5076000"/>
              <a:gd name="connsiteY1" fmla="*/ 10858 h 8792205"/>
              <a:gd name="connsiteX2" fmla="*/ 4653963 w 5076000"/>
              <a:gd name="connsiteY2" fmla="*/ 2102919 h 8792205"/>
              <a:gd name="connsiteX3" fmla="*/ 4653963 w 5076000"/>
              <a:gd name="connsiteY3" fmla="*/ 4609312 h 8792205"/>
              <a:gd name="connsiteX4" fmla="*/ 4643106 w 5076000"/>
              <a:gd name="connsiteY4" fmla="*/ 4824323 h 8792205"/>
              <a:gd name="connsiteX5" fmla="*/ 4641635 w 5076000"/>
              <a:gd name="connsiteY5" fmla="*/ 4833961 h 8792205"/>
              <a:gd name="connsiteX6" fmla="*/ 4642550 w 5076000"/>
              <a:gd name="connsiteY6" fmla="*/ 4835185 h 8792205"/>
              <a:gd name="connsiteX7" fmla="*/ 5076000 w 5076000"/>
              <a:gd name="connsiteY7" fmla="*/ 6254205 h 8792205"/>
              <a:gd name="connsiteX8" fmla="*/ 2538000 w 5076000"/>
              <a:gd name="connsiteY8" fmla="*/ 8792205 h 8792205"/>
              <a:gd name="connsiteX9" fmla="*/ 0 w 5076000"/>
              <a:gd name="connsiteY9" fmla="*/ 6254205 h 8792205"/>
              <a:gd name="connsiteX10" fmla="*/ 433451 w 5076000"/>
              <a:gd name="connsiteY10" fmla="*/ 4835185 h 8792205"/>
              <a:gd name="connsiteX11" fmla="*/ 457882 w 5076000"/>
              <a:gd name="connsiteY11" fmla="*/ 4802513 h 8792205"/>
              <a:gd name="connsiteX12" fmla="*/ 448127 w 5076000"/>
              <a:gd name="connsiteY12" fmla="*/ 4609311 h 8792205"/>
              <a:gd name="connsiteX13" fmla="*/ 448128 w 5076000"/>
              <a:gd name="connsiteY13" fmla="*/ 2102919 h 8792205"/>
              <a:gd name="connsiteX14" fmla="*/ 2336034 w 5076000"/>
              <a:gd name="connsiteY14" fmla="*/ 10858 h 8792205"/>
              <a:gd name="connsiteX15" fmla="*/ 2551045 w 5076000"/>
              <a:gd name="connsiteY15" fmla="*/ 0 h 8792205"/>
              <a:gd name="connsiteX16" fmla="*/ 2551046 w 5076000"/>
              <a:gd name="connsiteY16" fmla="*/ 0 h 8792205"/>
              <a:gd name="connsiteX17" fmla="*/ 2551045 w 5076000"/>
              <a:gd name="connsiteY17" fmla="*/ 0 h 879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76000" h="8792205">
                <a:moveTo>
                  <a:pt x="2551045" y="0"/>
                </a:moveTo>
                <a:lnTo>
                  <a:pt x="2766056" y="10858"/>
                </a:lnTo>
                <a:cubicBezTo>
                  <a:pt x="3826465" y="118548"/>
                  <a:pt x="4653963" y="1014097"/>
                  <a:pt x="4653963" y="2102919"/>
                </a:cubicBezTo>
                <a:lnTo>
                  <a:pt x="4653963" y="4609312"/>
                </a:lnTo>
                <a:cubicBezTo>
                  <a:pt x="4653963" y="4681900"/>
                  <a:pt x="4650285" y="4753629"/>
                  <a:pt x="4643106" y="4824323"/>
                </a:cubicBezTo>
                <a:lnTo>
                  <a:pt x="4641635" y="4833961"/>
                </a:lnTo>
                <a:lnTo>
                  <a:pt x="4642550" y="4835185"/>
                </a:lnTo>
                <a:cubicBezTo>
                  <a:pt x="4916208" y="5240252"/>
                  <a:pt x="5076000" y="5728568"/>
                  <a:pt x="5076000" y="6254205"/>
                </a:cubicBezTo>
                <a:cubicBezTo>
                  <a:pt x="5076000" y="7655904"/>
                  <a:pt x="3939699" y="8792205"/>
                  <a:pt x="2538000" y="8792205"/>
                </a:cubicBezTo>
                <a:cubicBezTo>
                  <a:pt x="1136301" y="8792205"/>
                  <a:pt x="0" y="7655904"/>
                  <a:pt x="0" y="6254205"/>
                </a:cubicBezTo>
                <a:cubicBezTo>
                  <a:pt x="0" y="5728568"/>
                  <a:pt x="159792" y="5240252"/>
                  <a:pt x="433451" y="4835185"/>
                </a:cubicBezTo>
                <a:lnTo>
                  <a:pt x="457882" y="4802513"/>
                </a:lnTo>
                <a:lnTo>
                  <a:pt x="448127" y="4609311"/>
                </a:lnTo>
                <a:lnTo>
                  <a:pt x="448128" y="2102919"/>
                </a:lnTo>
                <a:cubicBezTo>
                  <a:pt x="448128" y="1014097"/>
                  <a:pt x="1275625" y="118548"/>
                  <a:pt x="2336034" y="10858"/>
                </a:cubicBezTo>
                <a:close/>
                <a:moveTo>
                  <a:pt x="2551045" y="0"/>
                </a:moveTo>
                <a:lnTo>
                  <a:pt x="2551046" y="0"/>
                </a:lnTo>
                <a:lnTo>
                  <a:pt x="2551045" y="0"/>
                </a:lnTo>
                <a:close/>
              </a:path>
            </a:pathLst>
          </a:custGeom>
          <a:solidFill>
            <a:srgbClr val="25E2CC">
              <a:alpha val="4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MG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0253592-9280-4855-986D-2FE8DF3DE17B}"/>
              </a:ext>
            </a:extLst>
          </p:cNvPr>
          <p:cNvSpPr/>
          <p:nvPr/>
        </p:nvSpPr>
        <p:spPr>
          <a:xfrm>
            <a:off x="616648" y="1080543"/>
            <a:ext cx="4500000" cy="4500000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E45A06-FDA7-4401-ACC8-B17DC219F7C9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ADDFAE-98FD-4B52-BFDB-4E6DCB01A540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8D5EAA-6C41-4810-9A71-FC840C3BCC72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FD8AFC-4BF8-426A-BE5E-81F6A34DD4D2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586C613-17DB-4FFD-B9E3-2434F0D86743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E81D5AF-1DA3-4E41-B8CA-3381D7BAB514}"/>
              </a:ext>
            </a:extLst>
          </p:cNvPr>
          <p:cNvGrpSpPr/>
          <p:nvPr/>
        </p:nvGrpSpPr>
        <p:grpSpPr>
          <a:xfrm>
            <a:off x="6097746" y="358262"/>
            <a:ext cx="5758870" cy="1232400"/>
            <a:chOff x="12322080" y="358262"/>
            <a:chExt cx="5758870" cy="123240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8CB88470-040C-4A0F-817F-4CBF453FDE51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3273EEB9-B1FD-4B45-9668-FD265F90EDB3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15" name="Rectangle : coins arrondis 14">
                  <a:extLst>
                    <a:ext uri="{FF2B5EF4-FFF2-40B4-BE49-F238E27FC236}">
                      <a16:creationId xmlns:a16="http://schemas.microsoft.com/office/drawing/2014/main" id="{D343F767-2E58-42CF-954F-51AA6C34B29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16" name="Rectangle : coins arrondis 15">
                  <a:extLst>
                    <a:ext uri="{FF2B5EF4-FFF2-40B4-BE49-F238E27FC236}">
                      <a16:creationId xmlns:a16="http://schemas.microsoft.com/office/drawing/2014/main" id="{21A3D740-6060-4A87-8327-E0F8D4B59F70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E106446C-83F8-4C16-AAF8-2A65913A9B3D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68B7E19-4AA9-437D-8696-7449AB8787A5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5D3AE95-5E05-46B7-9422-33998C15F02B}"/>
              </a:ext>
            </a:extLst>
          </p:cNvPr>
          <p:cNvGrpSpPr/>
          <p:nvPr/>
        </p:nvGrpSpPr>
        <p:grpSpPr>
          <a:xfrm>
            <a:off x="6096748" y="3606772"/>
            <a:ext cx="5740940" cy="1232400"/>
            <a:chOff x="12322080" y="1979874"/>
            <a:chExt cx="5740940" cy="12324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81BC34-D8E5-4167-8DC5-82FD878BB544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27B3B8A6-63D3-4165-8D95-14F0DC3D47A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530BE301-3586-41BA-BF55-9F2407FECAB3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3" name="Rectangle : coins arrondis 22">
                  <a:extLst>
                    <a:ext uri="{FF2B5EF4-FFF2-40B4-BE49-F238E27FC236}">
                      <a16:creationId xmlns:a16="http://schemas.microsoft.com/office/drawing/2014/main" id="{B6D9F0F5-C28E-4DDC-A988-4DB48C1FE5AA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FC37B3FE-CFE0-48D7-9254-323AF5006621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BAE12E8-3D30-4589-B79C-D45BF0AFDC91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484D322-6454-44D5-A7A0-6FD276DF0AC5}"/>
              </a:ext>
            </a:extLst>
          </p:cNvPr>
          <p:cNvGrpSpPr/>
          <p:nvPr/>
        </p:nvGrpSpPr>
        <p:grpSpPr>
          <a:xfrm>
            <a:off x="6113788" y="2003060"/>
            <a:ext cx="5740940" cy="1232400"/>
            <a:chOff x="12322080" y="3601486"/>
            <a:chExt cx="5740940" cy="12324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CE20F05-925E-4B22-8D37-C62CAD5AB460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9F80125-19A8-4034-8701-B7548CD6C81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72055C56-CDAA-4000-8A05-90E1273AC16A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6EE47E03-75CD-48E2-9E8D-C87A0B0CDF9B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F7A9013D-3E51-4188-ABD5-47626FD5DF7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F04DBBF-3BD1-4FF2-856B-5A8081A83FBC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48ACAB3-9B12-4CE7-AF75-0B0952104FBE}"/>
              </a:ext>
            </a:extLst>
          </p:cNvPr>
          <p:cNvGrpSpPr/>
          <p:nvPr/>
        </p:nvGrpSpPr>
        <p:grpSpPr>
          <a:xfrm>
            <a:off x="12340010" y="5249166"/>
            <a:ext cx="5740940" cy="1232400"/>
            <a:chOff x="12340010" y="5249166"/>
            <a:chExt cx="5740940" cy="123240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ECFFE5D-725A-4F75-8558-4EECC565822C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30BED1EE-F454-4583-8279-62495E03C20D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68661362-E792-4FD1-9EC5-269EBCC4A23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E6394AB5-D5B2-4DC3-BE28-34337653176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CE999932-49F6-427D-9451-38C7B3748B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2497486-097D-4CFE-ADEB-20461E4C5B21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4B3B4FEA-8308-4511-BB16-9ED50BC5AB0C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050536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14EB65-272D-4C9F-A3AF-8B093D3F2F9E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0690CAE9-1E05-4AB0-859E-C2590649B43E}"/>
              </a:ext>
            </a:extLst>
          </p:cNvPr>
          <p:cNvSpPr/>
          <p:nvPr/>
        </p:nvSpPr>
        <p:spPr>
          <a:xfrm>
            <a:off x="315604" y="-2906952"/>
            <a:ext cx="5076000" cy="8792205"/>
          </a:xfrm>
          <a:custGeom>
            <a:avLst/>
            <a:gdLst>
              <a:gd name="connsiteX0" fmla="*/ 2551045 w 5076000"/>
              <a:gd name="connsiteY0" fmla="*/ 0 h 8792205"/>
              <a:gd name="connsiteX1" fmla="*/ 2766056 w 5076000"/>
              <a:gd name="connsiteY1" fmla="*/ 10858 h 8792205"/>
              <a:gd name="connsiteX2" fmla="*/ 4653963 w 5076000"/>
              <a:gd name="connsiteY2" fmla="*/ 2102919 h 8792205"/>
              <a:gd name="connsiteX3" fmla="*/ 4653963 w 5076000"/>
              <a:gd name="connsiteY3" fmla="*/ 4609312 h 8792205"/>
              <a:gd name="connsiteX4" fmla="*/ 4643106 w 5076000"/>
              <a:gd name="connsiteY4" fmla="*/ 4824323 h 8792205"/>
              <a:gd name="connsiteX5" fmla="*/ 4641635 w 5076000"/>
              <a:gd name="connsiteY5" fmla="*/ 4833961 h 8792205"/>
              <a:gd name="connsiteX6" fmla="*/ 4642550 w 5076000"/>
              <a:gd name="connsiteY6" fmla="*/ 4835185 h 8792205"/>
              <a:gd name="connsiteX7" fmla="*/ 5076000 w 5076000"/>
              <a:gd name="connsiteY7" fmla="*/ 6254205 h 8792205"/>
              <a:gd name="connsiteX8" fmla="*/ 2538000 w 5076000"/>
              <a:gd name="connsiteY8" fmla="*/ 8792205 h 8792205"/>
              <a:gd name="connsiteX9" fmla="*/ 0 w 5076000"/>
              <a:gd name="connsiteY9" fmla="*/ 6254205 h 8792205"/>
              <a:gd name="connsiteX10" fmla="*/ 433451 w 5076000"/>
              <a:gd name="connsiteY10" fmla="*/ 4835185 h 8792205"/>
              <a:gd name="connsiteX11" fmla="*/ 457882 w 5076000"/>
              <a:gd name="connsiteY11" fmla="*/ 4802513 h 8792205"/>
              <a:gd name="connsiteX12" fmla="*/ 448127 w 5076000"/>
              <a:gd name="connsiteY12" fmla="*/ 4609311 h 8792205"/>
              <a:gd name="connsiteX13" fmla="*/ 448128 w 5076000"/>
              <a:gd name="connsiteY13" fmla="*/ 2102919 h 8792205"/>
              <a:gd name="connsiteX14" fmla="*/ 2336034 w 5076000"/>
              <a:gd name="connsiteY14" fmla="*/ 10858 h 8792205"/>
              <a:gd name="connsiteX15" fmla="*/ 2551045 w 5076000"/>
              <a:gd name="connsiteY15" fmla="*/ 0 h 8792205"/>
              <a:gd name="connsiteX16" fmla="*/ 2551046 w 5076000"/>
              <a:gd name="connsiteY16" fmla="*/ 0 h 8792205"/>
              <a:gd name="connsiteX17" fmla="*/ 2551045 w 5076000"/>
              <a:gd name="connsiteY17" fmla="*/ 0 h 879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76000" h="8792205">
                <a:moveTo>
                  <a:pt x="2551045" y="0"/>
                </a:moveTo>
                <a:lnTo>
                  <a:pt x="2766056" y="10858"/>
                </a:lnTo>
                <a:cubicBezTo>
                  <a:pt x="3826465" y="118548"/>
                  <a:pt x="4653963" y="1014097"/>
                  <a:pt x="4653963" y="2102919"/>
                </a:cubicBezTo>
                <a:lnTo>
                  <a:pt x="4653963" y="4609312"/>
                </a:lnTo>
                <a:cubicBezTo>
                  <a:pt x="4653963" y="4681900"/>
                  <a:pt x="4650285" y="4753629"/>
                  <a:pt x="4643106" y="4824323"/>
                </a:cubicBezTo>
                <a:lnTo>
                  <a:pt x="4641635" y="4833961"/>
                </a:lnTo>
                <a:lnTo>
                  <a:pt x="4642550" y="4835185"/>
                </a:lnTo>
                <a:cubicBezTo>
                  <a:pt x="4916208" y="5240252"/>
                  <a:pt x="5076000" y="5728568"/>
                  <a:pt x="5076000" y="6254205"/>
                </a:cubicBezTo>
                <a:cubicBezTo>
                  <a:pt x="5076000" y="7655904"/>
                  <a:pt x="3939699" y="8792205"/>
                  <a:pt x="2538000" y="8792205"/>
                </a:cubicBezTo>
                <a:cubicBezTo>
                  <a:pt x="1136301" y="8792205"/>
                  <a:pt x="0" y="7655904"/>
                  <a:pt x="0" y="6254205"/>
                </a:cubicBezTo>
                <a:cubicBezTo>
                  <a:pt x="0" y="5728568"/>
                  <a:pt x="159792" y="5240252"/>
                  <a:pt x="433451" y="4835185"/>
                </a:cubicBezTo>
                <a:lnTo>
                  <a:pt x="457882" y="4802513"/>
                </a:lnTo>
                <a:lnTo>
                  <a:pt x="448127" y="4609311"/>
                </a:lnTo>
                <a:lnTo>
                  <a:pt x="448128" y="2102919"/>
                </a:lnTo>
                <a:cubicBezTo>
                  <a:pt x="448128" y="1014097"/>
                  <a:pt x="1275625" y="118548"/>
                  <a:pt x="2336034" y="10858"/>
                </a:cubicBezTo>
                <a:close/>
                <a:moveTo>
                  <a:pt x="2551045" y="0"/>
                </a:moveTo>
                <a:lnTo>
                  <a:pt x="2551046" y="0"/>
                </a:lnTo>
                <a:lnTo>
                  <a:pt x="2551045" y="0"/>
                </a:lnTo>
                <a:close/>
              </a:path>
            </a:pathLst>
          </a:custGeom>
          <a:solidFill>
            <a:srgbClr val="25E2CC">
              <a:alpha val="4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MG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0253592-9280-4855-986D-2FE8DF3DE17B}"/>
              </a:ext>
            </a:extLst>
          </p:cNvPr>
          <p:cNvSpPr/>
          <p:nvPr/>
        </p:nvSpPr>
        <p:spPr>
          <a:xfrm>
            <a:off x="616648" y="1080543"/>
            <a:ext cx="4500000" cy="4500000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E45A06-FDA7-4401-ACC8-B17DC219F7C9}"/>
              </a:ext>
            </a:extLst>
          </p:cNvPr>
          <p:cNvSpPr txBox="1"/>
          <p:nvPr/>
        </p:nvSpPr>
        <p:spPr>
          <a:xfrm>
            <a:off x="-539161" y="3038545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Remerciements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BADDFAE-98FD-4B52-BFDB-4E6DCB01A540}"/>
              </a:ext>
            </a:extLst>
          </p:cNvPr>
          <p:cNvSpPr/>
          <p:nvPr/>
        </p:nvSpPr>
        <p:spPr>
          <a:xfrm>
            <a:off x="4609566" y="124409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8D5EAA-6C41-4810-9A71-FC840C3BCC72}"/>
              </a:ext>
            </a:extLst>
          </p:cNvPr>
          <p:cNvSpPr/>
          <p:nvPr/>
        </p:nvSpPr>
        <p:spPr>
          <a:xfrm>
            <a:off x="403730" y="6013591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FD8AFC-4BF8-426A-BE5E-81F6A34DD4D2}"/>
              </a:ext>
            </a:extLst>
          </p:cNvPr>
          <p:cNvSpPr/>
          <p:nvPr/>
        </p:nvSpPr>
        <p:spPr>
          <a:xfrm>
            <a:off x="5391603" y="937591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586C613-17DB-4FFD-B9E3-2434F0D86743}"/>
              </a:ext>
            </a:extLst>
          </p:cNvPr>
          <p:cNvSpPr/>
          <p:nvPr/>
        </p:nvSpPr>
        <p:spPr>
          <a:xfrm>
            <a:off x="1123730" y="563480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E81D5AF-1DA3-4E41-B8CA-3381D7BAB514}"/>
              </a:ext>
            </a:extLst>
          </p:cNvPr>
          <p:cNvGrpSpPr/>
          <p:nvPr/>
        </p:nvGrpSpPr>
        <p:grpSpPr>
          <a:xfrm>
            <a:off x="6097746" y="358262"/>
            <a:ext cx="5758870" cy="1232400"/>
            <a:chOff x="12322080" y="358262"/>
            <a:chExt cx="5758870" cy="123240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8CB88470-040C-4A0F-817F-4CBF453FDE51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3273EEB9-B1FD-4B45-9668-FD265F90EDB3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15" name="Rectangle : coins arrondis 14">
                  <a:extLst>
                    <a:ext uri="{FF2B5EF4-FFF2-40B4-BE49-F238E27FC236}">
                      <a16:creationId xmlns:a16="http://schemas.microsoft.com/office/drawing/2014/main" id="{D343F767-2E58-42CF-954F-51AA6C34B29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16" name="Rectangle : coins arrondis 15">
                  <a:extLst>
                    <a:ext uri="{FF2B5EF4-FFF2-40B4-BE49-F238E27FC236}">
                      <a16:creationId xmlns:a16="http://schemas.microsoft.com/office/drawing/2014/main" id="{21A3D740-6060-4A87-8327-E0F8D4B59F70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E106446C-83F8-4C16-AAF8-2A65913A9B3D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68B7E19-4AA9-437D-8696-7449AB8787A5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5D3AE95-5E05-46B7-9422-33998C15F02B}"/>
              </a:ext>
            </a:extLst>
          </p:cNvPr>
          <p:cNvGrpSpPr/>
          <p:nvPr/>
        </p:nvGrpSpPr>
        <p:grpSpPr>
          <a:xfrm>
            <a:off x="6096748" y="3606772"/>
            <a:ext cx="5740940" cy="1232400"/>
            <a:chOff x="12322080" y="1979874"/>
            <a:chExt cx="5740940" cy="12324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81BC34-D8E5-4167-8DC5-82FD878BB544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27B3B8A6-63D3-4165-8D95-14F0DC3D47A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530BE301-3586-41BA-BF55-9F2407FECAB3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3" name="Rectangle : coins arrondis 22">
                  <a:extLst>
                    <a:ext uri="{FF2B5EF4-FFF2-40B4-BE49-F238E27FC236}">
                      <a16:creationId xmlns:a16="http://schemas.microsoft.com/office/drawing/2014/main" id="{B6D9F0F5-C28E-4DDC-A988-4DB48C1FE5AA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FC37B3FE-CFE0-48D7-9254-323AF5006621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BAE12E8-3D30-4589-B79C-D45BF0AFDC91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484D322-6454-44D5-A7A0-6FD276DF0AC5}"/>
              </a:ext>
            </a:extLst>
          </p:cNvPr>
          <p:cNvGrpSpPr/>
          <p:nvPr/>
        </p:nvGrpSpPr>
        <p:grpSpPr>
          <a:xfrm>
            <a:off x="6113788" y="2003060"/>
            <a:ext cx="5740940" cy="1232400"/>
            <a:chOff x="12322080" y="3601486"/>
            <a:chExt cx="5740940" cy="12324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CE20F05-925E-4B22-8D37-C62CAD5AB460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9F80125-19A8-4034-8701-B7548CD6C81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72055C56-CDAA-4000-8A05-90E1273AC16A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6EE47E03-75CD-48E2-9E8D-C87A0B0CDF9B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F7A9013D-3E51-4188-ABD5-47626FD5DF7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F04DBBF-3BD1-4FF2-856B-5A8081A83FBC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48ACAB3-9B12-4CE7-AF75-0B0952104FBE}"/>
              </a:ext>
            </a:extLst>
          </p:cNvPr>
          <p:cNvGrpSpPr/>
          <p:nvPr/>
        </p:nvGrpSpPr>
        <p:grpSpPr>
          <a:xfrm>
            <a:off x="6115675" y="5249166"/>
            <a:ext cx="5740940" cy="1232400"/>
            <a:chOff x="12340010" y="5249166"/>
            <a:chExt cx="5740940" cy="123240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ECFFE5D-725A-4F75-8558-4EECC565822C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30BED1EE-F454-4583-8279-62495E03C20D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68661362-E792-4FD1-9EC5-269EBCC4A23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E6394AB5-D5B2-4DC3-BE28-34337653176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CE999932-49F6-427D-9451-38C7B3748B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2497486-097D-4CFE-ADEB-20461E4C5B21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4B3B4FEA-8308-4511-BB16-9ED50BC5AB0C}"/>
              </a:ext>
            </a:extLst>
          </p:cNvPr>
          <p:cNvSpPr/>
          <p:nvPr/>
        </p:nvSpPr>
        <p:spPr>
          <a:xfrm>
            <a:off x="5211603" y="17826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028164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6E81D5AF-1DA3-4E41-B8CA-3381D7BAB514}"/>
              </a:ext>
            </a:extLst>
          </p:cNvPr>
          <p:cNvGrpSpPr/>
          <p:nvPr/>
        </p:nvGrpSpPr>
        <p:grpSpPr>
          <a:xfrm>
            <a:off x="6097746" y="-6170876"/>
            <a:ext cx="5758870" cy="1232400"/>
            <a:chOff x="12322080" y="358262"/>
            <a:chExt cx="5758870" cy="123240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8CB88470-040C-4A0F-817F-4CBF453FDE51}"/>
                </a:ext>
              </a:extLst>
            </p:cNvPr>
            <p:cNvGrpSpPr/>
            <p:nvPr/>
          </p:nvGrpSpPr>
          <p:grpSpPr>
            <a:xfrm>
              <a:off x="12322080" y="358262"/>
              <a:ext cx="5740940" cy="1232400"/>
              <a:chOff x="12322080" y="421345"/>
              <a:chExt cx="5740940" cy="1232400"/>
            </a:xfrm>
          </p:grpSpPr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3273EEB9-B1FD-4B45-9668-FD265F90EDB3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15" name="Rectangle : coins arrondis 14">
                  <a:extLst>
                    <a:ext uri="{FF2B5EF4-FFF2-40B4-BE49-F238E27FC236}">
                      <a16:creationId xmlns:a16="http://schemas.microsoft.com/office/drawing/2014/main" id="{D343F767-2E58-42CF-954F-51AA6C34B29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16" name="Rectangle : coins arrondis 15">
                  <a:extLst>
                    <a:ext uri="{FF2B5EF4-FFF2-40B4-BE49-F238E27FC236}">
                      <a16:creationId xmlns:a16="http://schemas.microsoft.com/office/drawing/2014/main" id="{21A3D740-6060-4A87-8327-E0F8D4B59F70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E106446C-83F8-4C16-AAF8-2A65913A9B3D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68B7E19-4AA9-437D-8696-7449AB8787A5}"/>
                </a:ext>
              </a:extLst>
            </p:cNvPr>
            <p:cNvSpPr txBox="1"/>
            <p:nvPr/>
          </p:nvSpPr>
          <p:spPr>
            <a:xfrm>
              <a:off x="12838390" y="67124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MAHATODY Thomas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Directeur de l’Ecole National d’Informatique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5D3AE95-5E05-46B7-9422-33998C15F02B}"/>
              </a:ext>
            </a:extLst>
          </p:cNvPr>
          <p:cNvGrpSpPr/>
          <p:nvPr/>
        </p:nvGrpSpPr>
        <p:grpSpPr>
          <a:xfrm>
            <a:off x="6096748" y="-2922366"/>
            <a:ext cx="5740940" cy="1232400"/>
            <a:chOff x="12322080" y="1979874"/>
            <a:chExt cx="5740940" cy="123240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CC81BC34-D8E5-4167-8DC5-82FD878BB544}"/>
                </a:ext>
              </a:extLst>
            </p:cNvPr>
            <p:cNvGrpSpPr/>
            <p:nvPr/>
          </p:nvGrpSpPr>
          <p:grpSpPr>
            <a:xfrm>
              <a:off x="12322080" y="1979874"/>
              <a:ext cx="5740940" cy="1232400"/>
              <a:chOff x="12322080" y="421345"/>
              <a:chExt cx="5740940" cy="1232400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27B3B8A6-63D3-4165-8D95-14F0DC3D47A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530BE301-3586-41BA-BF55-9F2407FECAB3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23" name="Rectangle : coins arrondis 22">
                  <a:extLst>
                    <a:ext uri="{FF2B5EF4-FFF2-40B4-BE49-F238E27FC236}">
                      <a16:creationId xmlns:a16="http://schemas.microsoft.com/office/drawing/2014/main" id="{B6D9F0F5-C28E-4DDC-A988-4DB48C1FE5AA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FC37B3FE-CFE0-48D7-9254-323AF5006621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BAE12E8-3D30-4589-B79C-D45BF0AFDC91}"/>
                </a:ext>
              </a:extLst>
            </p:cNvPr>
            <p:cNvSpPr txBox="1"/>
            <p:nvPr/>
          </p:nvSpPr>
          <p:spPr>
            <a:xfrm>
              <a:off x="12770610" y="2300962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RABENJANAHARY A. Kevin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Encadreur professionnel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484D322-6454-44D5-A7A0-6FD276DF0AC5}"/>
              </a:ext>
            </a:extLst>
          </p:cNvPr>
          <p:cNvGrpSpPr/>
          <p:nvPr/>
        </p:nvGrpSpPr>
        <p:grpSpPr>
          <a:xfrm>
            <a:off x="6113788" y="-4526078"/>
            <a:ext cx="5740940" cy="1232400"/>
            <a:chOff x="12322080" y="3601486"/>
            <a:chExt cx="5740940" cy="12324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3CE20F05-925E-4B22-8D37-C62CAD5AB460}"/>
                </a:ext>
              </a:extLst>
            </p:cNvPr>
            <p:cNvGrpSpPr/>
            <p:nvPr/>
          </p:nvGrpSpPr>
          <p:grpSpPr>
            <a:xfrm>
              <a:off x="12322080" y="3601486"/>
              <a:ext cx="5740940" cy="1232400"/>
              <a:chOff x="12322080" y="421345"/>
              <a:chExt cx="5740940" cy="1232400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9F80125-19A8-4034-8701-B7548CD6C81A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29" name="Rectangle : coins arrondis 28">
                  <a:extLst>
                    <a:ext uri="{FF2B5EF4-FFF2-40B4-BE49-F238E27FC236}">
                      <a16:creationId xmlns:a16="http://schemas.microsoft.com/office/drawing/2014/main" id="{72055C56-CDAA-4000-8A05-90E1273AC16A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6EE47E03-75CD-48E2-9E8D-C87A0B0CDF9B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F7A9013D-3E51-4188-ABD5-47626FD5DF7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FF04DBBF-3BD1-4FF2-856B-5A8081A83FBC}"/>
                </a:ext>
              </a:extLst>
            </p:cNvPr>
            <p:cNvSpPr txBox="1"/>
            <p:nvPr/>
          </p:nvSpPr>
          <p:spPr>
            <a:xfrm>
              <a:off x="12770610" y="3918375"/>
              <a:ext cx="524256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Mr RAKOTOHASIMBAHOAKA cyprien Robert</a:t>
              </a:r>
            </a:p>
            <a:p>
              <a:r>
                <a:rPr lang="fr-FR" sz="1600" dirty="0">
                  <a:latin typeface="+mj-lt"/>
                  <a:cs typeface="Cascadia Code" panose="020B0609020000020004" pitchFamily="49" charset="0"/>
                </a:rPr>
                <a:t>Maître de Conférence, Encadreur pédagogique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48ACAB3-9B12-4CE7-AF75-0B0952104FBE}"/>
              </a:ext>
            </a:extLst>
          </p:cNvPr>
          <p:cNvGrpSpPr/>
          <p:nvPr/>
        </p:nvGrpSpPr>
        <p:grpSpPr>
          <a:xfrm>
            <a:off x="6115675" y="-1279972"/>
            <a:ext cx="5740940" cy="1232400"/>
            <a:chOff x="12340010" y="5249166"/>
            <a:chExt cx="5740940" cy="123240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EECFFE5D-725A-4F75-8558-4EECC565822C}"/>
                </a:ext>
              </a:extLst>
            </p:cNvPr>
            <p:cNvGrpSpPr/>
            <p:nvPr/>
          </p:nvGrpSpPr>
          <p:grpSpPr>
            <a:xfrm>
              <a:off x="12340010" y="5249166"/>
              <a:ext cx="5740940" cy="1232400"/>
              <a:chOff x="12322080" y="421345"/>
              <a:chExt cx="5740940" cy="1232400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30BED1EE-F454-4583-8279-62495E03C20D}"/>
                  </a:ext>
                </a:extLst>
              </p:cNvPr>
              <p:cNvGrpSpPr/>
              <p:nvPr/>
            </p:nvGrpSpPr>
            <p:grpSpPr>
              <a:xfrm>
                <a:off x="12322080" y="421345"/>
                <a:ext cx="5740940" cy="1232400"/>
                <a:chOff x="5839730" y="908068"/>
                <a:chExt cx="5740940" cy="1232400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68661362-E792-4FD1-9EC5-269EBCC4A230}"/>
                    </a:ext>
                  </a:extLst>
                </p:cNvPr>
                <p:cNvSpPr/>
                <p:nvPr/>
              </p:nvSpPr>
              <p:spPr>
                <a:xfrm>
                  <a:off x="5839730" y="9080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  <p:sp>
              <p:nvSpPr>
                <p:cNvPr id="37" name="Rectangle : coins arrondis 36">
                  <a:extLst>
                    <a:ext uri="{FF2B5EF4-FFF2-40B4-BE49-F238E27FC236}">
                      <a16:creationId xmlns:a16="http://schemas.microsoft.com/office/drawing/2014/main" id="{E6394AB5-D5B2-4DC3-BE28-34337653176F}"/>
                    </a:ext>
                  </a:extLst>
                </p:cNvPr>
                <p:cNvSpPr/>
                <p:nvPr/>
              </p:nvSpPr>
              <p:spPr>
                <a:xfrm>
                  <a:off x="5992130" y="1060468"/>
                  <a:ext cx="5588540" cy="1080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3D5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G"/>
                </a:p>
              </p:txBody>
            </p:sp>
          </p:grp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CE999932-49F6-427D-9451-38C7B3748B59}"/>
                  </a:ext>
                </a:extLst>
              </p:cNvPr>
              <p:cNvSpPr/>
              <p:nvPr/>
            </p:nvSpPr>
            <p:spPr>
              <a:xfrm>
                <a:off x="12654480" y="646831"/>
                <a:ext cx="5112000" cy="79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G"/>
              </a:p>
            </p:txBody>
          </p: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2497486-097D-4CFE-ADEB-20461E4C5B21}"/>
                </a:ext>
              </a:extLst>
            </p:cNvPr>
            <p:cNvSpPr txBox="1"/>
            <p:nvPr/>
          </p:nvSpPr>
          <p:spPr>
            <a:xfrm>
              <a:off x="12835510" y="5705430"/>
              <a:ext cx="524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Les membre de la commission du jury</a:t>
              </a:r>
              <a:endParaRPr lang="fr-MG" sz="1600" dirty="0">
                <a:latin typeface="+mj-lt"/>
                <a:cs typeface="Cascadia Code" panose="020B0609020000020004" pitchFamily="49" charset="0"/>
              </a:endParaRPr>
            </a:p>
          </p:txBody>
        </p:sp>
      </p:grp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6D3EB0F6-AC09-4081-87AB-B0DF41F506C5}"/>
              </a:ext>
            </a:extLst>
          </p:cNvPr>
          <p:cNvSpPr/>
          <p:nvPr/>
        </p:nvSpPr>
        <p:spPr>
          <a:xfrm rot="8100000" flipH="1">
            <a:off x="3459014" y="4552564"/>
            <a:ext cx="9288000" cy="3564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DB1821AF-2809-48F2-8040-A1D32E5B3A58}"/>
              </a:ext>
            </a:extLst>
          </p:cNvPr>
          <p:cNvSpPr/>
          <p:nvPr/>
        </p:nvSpPr>
        <p:spPr>
          <a:xfrm>
            <a:off x="262216" y="5454802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F09A9727-2C49-45A2-AFEE-0802DB0ACEB8}"/>
              </a:ext>
            </a:extLst>
          </p:cNvPr>
          <p:cNvSpPr/>
          <p:nvPr/>
        </p:nvSpPr>
        <p:spPr>
          <a:xfrm>
            <a:off x="982216" y="6334564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92BC4A3F-B4BF-4B68-B458-81C8BD1AEF27}"/>
              </a:ext>
            </a:extLst>
          </p:cNvPr>
          <p:cNvSpPr/>
          <p:nvPr/>
        </p:nvSpPr>
        <p:spPr>
          <a:xfrm rot="8100000" flipH="1">
            <a:off x="6079557" y="-800013"/>
            <a:ext cx="9288000" cy="3960000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8DCFEAB9-92F9-4C39-916E-16836D4CD05A}"/>
              </a:ext>
            </a:extLst>
          </p:cNvPr>
          <p:cNvSpPr/>
          <p:nvPr/>
        </p:nvSpPr>
        <p:spPr>
          <a:xfrm>
            <a:off x="8103014" y="334905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0C27A245-21AD-458E-BE87-F958127FBEF5}"/>
              </a:ext>
            </a:extLst>
          </p:cNvPr>
          <p:cNvSpPr/>
          <p:nvPr/>
        </p:nvSpPr>
        <p:spPr>
          <a:xfrm>
            <a:off x="7634060" y="1174496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49402D4-2766-4A5D-ADAF-4A8D6B57B80C}"/>
              </a:ext>
            </a:extLst>
          </p:cNvPr>
          <p:cNvSpPr txBox="1"/>
          <p:nvPr/>
        </p:nvSpPr>
        <p:spPr>
          <a:xfrm>
            <a:off x="7499911" y="3617324"/>
            <a:ext cx="402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47A2523-923D-45A4-AECC-B25BDD0F5F48}"/>
              </a:ext>
            </a:extLst>
          </p:cNvPr>
          <p:cNvSpPr/>
          <p:nvPr/>
        </p:nvSpPr>
        <p:spPr>
          <a:xfrm>
            <a:off x="11799938" y="507054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E73EB092-F249-4746-A9A8-CAC7C6EA1A4A}"/>
              </a:ext>
            </a:extLst>
          </p:cNvPr>
          <p:cNvSpPr/>
          <p:nvPr/>
        </p:nvSpPr>
        <p:spPr>
          <a:xfrm>
            <a:off x="10513823" y="5921999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BA125C9-128D-4325-B2AE-F623B239BDAC}"/>
              </a:ext>
            </a:extLst>
          </p:cNvPr>
          <p:cNvSpPr txBox="1"/>
          <p:nvPr/>
        </p:nvSpPr>
        <p:spPr>
          <a:xfrm>
            <a:off x="477375" y="1975819"/>
            <a:ext cx="61991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/>
              <a:t>Dans un contexte de transformation numérique, la gestion du parc informatique constitue un enjeu majeur pour les entreprises. Face aux limites observées à </a:t>
            </a:r>
            <a:r>
              <a:rPr lang="fr-FR" sz="2400" dirty="0" err="1"/>
              <a:t>Concentrix</a:t>
            </a:r>
            <a:r>
              <a:rPr lang="fr-FR" sz="2400" dirty="0"/>
              <a:t>, notamment en matière de centralisation et de traçabilité, une application de gestion des matériels informatiques a été proposée.</a:t>
            </a:r>
            <a:endParaRPr lang="fr-MG" sz="2400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D0857A45-E553-4BB1-9BA9-F55F69C0D9C0}"/>
              </a:ext>
            </a:extLst>
          </p:cNvPr>
          <p:cNvSpPr/>
          <p:nvPr/>
        </p:nvSpPr>
        <p:spPr>
          <a:xfrm>
            <a:off x="862180" y="5570923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3F429966-6EAF-4A99-9DC1-46ECE899B05C}"/>
              </a:ext>
            </a:extLst>
          </p:cNvPr>
          <p:cNvSpPr/>
          <p:nvPr/>
        </p:nvSpPr>
        <p:spPr>
          <a:xfrm>
            <a:off x="7814060" y="-121394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822E760E-E7BD-4F49-87B9-AEBA049F0E1C}"/>
              </a:ext>
            </a:extLst>
          </p:cNvPr>
          <p:cNvSpPr/>
          <p:nvPr/>
        </p:nvSpPr>
        <p:spPr>
          <a:xfrm>
            <a:off x="10723555" y="6201996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322165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E0516865-65DC-4423-8B1D-261F1FAF844D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3528125-12A2-4B12-BF01-0ECC27CC9510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C119101-B1F0-476D-88A5-8FAD643205ED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C83D75-5F35-4AEF-A297-4A7644F4C0B9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5015B8A-FDBE-43EF-B1BF-E113F3A53D11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DED363-65EC-4851-A919-5AE60395970B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E66CDF1-11F5-4D85-B6E8-8D076E79E18C}"/>
              </a:ext>
            </a:extLst>
          </p:cNvPr>
          <p:cNvGrpSpPr/>
          <p:nvPr/>
        </p:nvGrpSpPr>
        <p:grpSpPr>
          <a:xfrm>
            <a:off x="465731" y="7038228"/>
            <a:ext cx="2628900" cy="3131939"/>
            <a:chOff x="1930400" y="2984500"/>
            <a:chExt cx="2628900" cy="313193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06D6684-368A-4DD9-B881-AEAEC980DB26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7AC3E13-4A07-4BA9-9227-EA7DD33A7913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0F703CB-E6FD-4503-8D2B-E436D3D45E17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80BEB0D-8DE4-4F90-84ED-E9C34FBD93CF}"/>
              </a:ext>
            </a:extLst>
          </p:cNvPr>
          <p:cNvGrpSpPr/>
          <p:nvPr/>
        </p:nvGrpSpPr>
        <p:grpSpPr>
          <a:xfrm>
            <a:off x="3304244" y="7009365"/>
            <a:ext cx="2628900" cy="3131939"/>
            <a:chOff x="2801472" y="7038228"/>
            <a:chExt cx="2628900" cy="3131939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BD557-F7E6-4396-885E-C1814A5342FD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5C85F3-D003-4B5F-B4A0-011740BF939F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5294E58-6405-4512-AEF4-5B1B632B0C07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079BE34-5805-46F8-BBE2-502459F3D4C3}"/>
              </a:ext>
            </a:extLst>
          </p:cNvPr>
          <p:cNvGrpSpPr/>
          <p:nvPr/>
        </p:nvGrpSpPr>
        <p:grpSpPr>
          <a:xfrm>
            <a:off x="6250770" y="7038228"/>
            <a:ext cx="2628900" cy="3131939"/>
            <a:chOff x="1930400" y="2984500"/>
            <a:chExt cx="2628900" cy="3131939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5733517-DEC6-4ADD-B6C2-58608DF0CE44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59A7B5F-E04F-4CC6-B13D-D408A635023D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D17AA45-B699-4F2A-908C-C77C22BA476C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E2BBFBE-44BC-4B43-850C-928D87FB00BE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92E796D-3B0C-4F61-AC19-E2E2E100A20A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6D1BFC2-BBD2-41F9-B548-637745AFD120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CDA0CAB-563A-47BE-8E95-3C0F2E8BCF93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3AD476A9-FB45-4972-AA4C-E2DEC9EDB939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C845E46-CCAB-43DE-A4C8-C18BA6846DD2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979666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E0516865-65DC-4423-8B1D-261F1FAF844D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3528125-12A2-4B12-BF01-0ECC27CC9510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C119101-B1F0-476D-88A5-8FAD643205ED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C83D75-5F35-4AEF-A297-4A7644F4C0B9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5015B8A-FDBE-43EF-B1BF-E113F3A53D11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DED363-65EC-4851-A919-5AE60395970B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E66CDF1-11F5-4D85-B6E8-8D076E79E18C}"/>
              </a:ext>
            </a:extLst>
          </p:cNvPr>
          <p:cNvGrpSpPr/>
          <p:nvPr/>
        </p:nvGrpSpPr>
        <p:grpSpPr>
          <a:xfrm>
            <a:off x="465731" y="2594569"/>
            <a:ext cx="2628900" cy="3131939"/>
            <a:chOff x="1930400" y="2984500"/>
            <a:chExt cx="2628900" cy="313193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06D6684-368A-4DD9-B881-AEAEC980DB26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7AC3E13-4A07-4BA9-9227-EA7DD33A7913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0F703CB-E6FD-4503-8D2B-E436D3D45E17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80BEB0D-8DE4-4F90-84ED-E9C34FBD93CF}"/>
              </a:ext>
            </a:extLst>
          </p:cNvPr>
          <p:cNvGrpSpPr/>
          <p:nvPr/>
        </p:nvGrpSpPr>
        <p:grpSpPr>
          <a:xfrm>
            <a:off x="3304244" y="7009365"/>
            <a:ext cx="2628900" cy="3131939"/>
            <a:chOff x="2801472" y="7038228"/>
            <a:chExt cx="2628900" cy="3131939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BD557-F7E6-4396-885E-C1814A5342FD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5C85F3-D003-4B5F-B4A0-011740BF939F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5294E58-6405-4512-AEF4-5B1B632B0C07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079BE34-5805-46F8-BBE2-502459F3D4C3}"/>
              </a:ext>
            </a:extLst>
          </p:cNvPr>
          <p:cNvGrpSpPr/>
          <p:nvPr/>
        </p:nvGrpSpPr>
        <p:grpSpPr>
          <a:xfrm>
            <a:off x="6250770" y="7038228"/>
            <a:ext cx="2628900" cy="3131939"/>
            <a:chOff x="1930400" y="2984500"/>
            <a:chExt cx="2628900" cy="3131939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5733517-DEC6-4ADD-B6C2-58608DF0CE44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59A7B5F-E04F-4CC6-B13D-D408A635023D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D17AA45-B699-4F2A-908C-C77C22BA476C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E2BBFBE-44BC-4B43-850C-928D87FB00BE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92E796D-3B0C-4F61-AC19-E2E2E100A20A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6D1BFC2-BBD2-41F9-B548-637745AFD120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CDA0CAB-563A-47BE-8E95-3C0F2E8BCF93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3AD476A9-FB45-4972-AA4C-E2DEC9EDB939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C845E46-CCAB-43DE-A4C8-C18BA6846DD2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4012140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E0516865-65DC-4423-8B1D-261F1FAF844D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3528125-12A2-4B12-BF01-0ECC27CC9510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C119101-B1F0-476D-88A5-8FAD643205ED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C83D75-5F35-4AEF-A297-4A7644F4C0B9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5015B8A-FDBE-43EF-B1BF-E113F3A53D11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DED363-65EC-4851-A919-5AE60395970B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E66CDF1-11F5-4D85-B6E8-8D076E79E18C}"/>
              </a:ext>
            </a:extLst>
          </p:cNvPr>
          <p:cNvGrpSpPr/>
          <p:nvPr/>
        </p:nvGrpSpPr>
        <p:grpSpPr>
          <a:xfrm>
            <a:off x="465731" y="2594569"/>
            <a:ext cx="2628900" cy="3131939"/>
            <a:chOff x="1930400" y="2984500"/>
            <a:chExt cx="2628900" cy="313193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06D6684-368A-4DD9-B881-AEAEC980DB26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7AC3E13-4A07-4BA9-9227-EA7DD33A7913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0F703CB-E6FD-4503-8D2B-E436D3D45E17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80BEB0D-8DE4-4F90-84ED-E9C34FBD93CF}"/>
              </a:ext>
            </a:extLst>
          </p:cNvPr>
          <p:cNvGrpSpPr/>
          <p:nvPr/>
        </p:nvGrpSpPr>
        <p:grpSpPr>
          <a:xfrm>
            <a:off x="3304244" y="2581745"/>
            <a:ext cx="2628900" cy="3131939"/>
            <a:chOff x="2801472" y="7038228"/>
            <a:chExt cx="2628900" cy="3131939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BD557-F7E6-4396-885E-C1814A5342FD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5C85F3-D003-4B5F-B4A0-011740BF939F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5294E58-6405-4512-AEF4-5B1B632B0C07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079BE34-5805-46F8-BBE2-502459F3D4C3}"/>
              </a:ext>
            </a:extLst>
          </p:cNvPr>
          <p:cNvGrpSpPr/>
          <p:nvPr/>
        </p:nvGrpSpPr>
        <p:grpSpPr>
          <a:xfrm>
            <a:off x="6250770" y="7038228"/>
            <a:ext cx="2628900" cy="3131939"/>
            <a:chOff x="1930400" y="2984500"/>
            <a:chExt cx="2628900" cy="3131939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5733517-DEC6-4ADD-B6C2-58608DF0CE44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59A7B5F-E04F-4CC6-B13D-D408A635023D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D17AA45-B699-4F2A-908C-C77C22BA476C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E2BBFBE-44BC-4B43-850C-928D87FB00BE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92E796D-3B0C-4F61-AC19-E2E2E100A20A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6D1BFC2-BBD2-41F9-B548-637745AFD120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CDA0CAB-563A-47BE-8E95-3C0F2E8BCF93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3AD476A9-FB45-4972-AA4C-E2DEC9EDB939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C845E46-CCAB-43DE-A4C8-C18BA6846DD2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4267687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E0516865-65DC-4423-8B1D-261F1FAF844D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3528125-12A2-4B12-BF01-0ECC27CC9510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C119101-B1F0-476D-88A5-8FAD643205ED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C83D75-5F35-4AEF-A297-4A7644F4C0B9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5015B8A-FDBE-43EF-B1BF-E113F3A53D11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DED363-65EC-4851-A919-5AE60395970B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E66CDF1-11F5-4D85-B6E8-8D076E79E18C}"/>
              </a:ext>
            </a:extLst>
          </p:cNvPr>
          <p:cNvGrpSpPr/>
          <p:nvPr/>
        </p:nvGrpSpPr>
        <p:grpSpPr>
          <a:xfrm>
            <a:off x="465731" y="2594569"/>
            <a:ext cx="2628900" cy="3131939"/>
            <a:chOff x="1930400" y="2984500"/>
            <a:chExt cx="2628900" cy="313193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06D6684-368A-4DD9-B881-AEAEC980DB26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7AC3E13-4A07-4BA9-9227-EA7DD33A7913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0F703CB-E6FD-4503-8D2B-E436D3D45E17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80BEB0D-8DE4-4F90-84ED-E9C34FBD93CF}"/>
              </a:ext>
            </a:extLst>
          </p:cNvPr>
          <p:cNvGrpSpPr/>
          <p:nvPr/>
        </p:nvGrpSpPr>
        <p:grpSpPr>
          <a:xfrm>
            <a:off x="3304244" y="2581745"/>
            <a:ext cx="2628900" cy="3131939"/>
            <a:chOff x="2801472" y="7038228"/>
            <a:chExt cx="2628900" cy="3131939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BD557-F7E6-4396-885E-C1814A5342FD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5C85F3-D003-4B5F-B4A0-011740BF939F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5294E58-6405-4512-AEF4-5B1B632B0C07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079BE34-5805-46F8-BBE2-502459F3D4C3}"/>
              </a:ext>
            </a:extLst>
          </p:cNvPr>
          <p:cNvGrpSpPr/>
          <p:nvPr/>
        </p:nvGrpSpPr>
        <p:grpSpPr>
          <a:xfrm>
            <a:off x="6250770" y="2594565"/>
            <a:ext cx="2628900" cy="3131939"/>
            <a:chOff x="1930400" y="2984500"/>
            <a:chExt cx="2628900" cy="3131939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5733517-DEC6-4ADD-B6C2-58608DF0CE44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59A7B5F-E04F-4CC6-B13D-D408A635023D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D17AA45-B699-4F2A-908C-C77C22BA476C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E2BBFBE-44BC-4B43-850C-928D87FB00BE}"/>
              </a:ext>
            </a:extLst>
          </p:cNvPr>
          <p:cNvGrpSpPr/>
          <p:nvPr/>
        </p:nvGrpSpPr>
        <p:grpSpPr>
          <a:xfrm>
            <a:off x="9095696" y="7009365"/>
            <a:ext cx="2628900" cy="3131939"/>
            <a:chOff x="2801472" y="7038228"/>
            <a:chExt cx="2628900" cy="3131939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92E796D-3B0C-4F61-AC19-E2E2E100A20A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6D1BFC2-BBD2-41F9-B548-637745AFD120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CDA0CAB-563A-47BE-8E95-3C0F2E8BCF93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3AD476A9-FB45-4972-AA4C-E2DEC9EDB939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C845E46-CCAB-43DE-A4C8-C18BA6846DD2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540290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E0516865-65DC-4423-8B1D-261F1FAF844D}"/>
              </a:ext>
            </a:extLst>
          </p:cNvPr>
          <p:cNvSpPr/>
          <p:nvPr/>
        </p:nvSpPr>
        <p:spPr>
          <a:xfrm>
            <a:off x="9152409" y="-312988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3528125-12A2-4B12-BF01-0ECC27CC9510}"/>
              </a:ext>
            </a:extLst>
          </p:cNvPr>
          <p:cNvSpPr/>
          <p:nvPr/>
        </p:nvSpPr>
        <p:spPr>
          <a:xfrm>
            <a:off x="2439739" y="9917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C119101-B1F0-476D-88A5-8FAD643205ED}"/>
              </a:ext>
            </a:extLst>
          </p:cNvPr>
          <p:cNvSpPr/>
          <p:nvPr/>
        </p:nvSpPr>
        <p:spPr>
          <a:xfrm>
            <a:off x="2739886" y="-8773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C83D75-5F35-4AEF-A297-4A7644F4C0B9}"/>
              </a:ext>
            </a:extLst>
          </p:cNvPr>
          <p:cNvSpPr/>
          <p:nvPr/>
        </p:nvSpPr>
        <p:spPr>
          <a:xfrm>
            <a:off x="2785036" y="318133"/>
            <a:ext cx="720000" cy="72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5015B8A-FDBE-43EF-B1BF-E113F3A53D11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DED363-65EC-4851-A919-5AE60395970B}"/>
              </a:ext>
            </a:extLst>
          </p:cNvPr>
          <p:cNvSpPr txBox="1"/>
          <p:nvPr/>
        </p:nvSpPr>
        <p:spPr>
          <a:xfrm>
            <a:off x="2679591" y="318133"/>
            <a:ext cx="681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fr-MG" sz="4000" dirty="0">
              <a:solidFill>
                <a:srgbClr val="003D5B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E66CDF1-11F5-4D85-B6E8-8D076E79E18C}"/>
              </a:ext>
            </a:extLst>
          </p:cNvPr>
          <p:cNvGrpSpPr/>
          <p:nvPr/>
        </p:nvGrpSpPr>
        <p:grpSpPr>
          <a:xfrm>
            <a:off x="465731" y="2594569"/>
            <a:ext cx="2628900" cy="3131939"/>
            <a:chOff x="1930400" y="2984500"/>
            <a:chExt cx="2628900" cy="313193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06D6684-368A-4DD9-B881-AEAEC980DB26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7AC3E13-4A07-4BA9-9227-EA7DD33A7913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0F703CB-E6FD-4503-8D2B-E436D3D45E17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80BEB0D-8DE4-4F90-84ED-E9C34FBD93CF}"/>
              </a:ext>
            </a:extLst>
          </p:cNvPr>
          <p:cNvGrpSpPr/>
          <p:nvPr/>
        </p:nvGrpSpPr>
        <p:grpSpPr>
          <a:xfrm>
            <a:off x="3304244" y="2581745"/>
            <a:ext cx="2628900" cy="3131939"/>
            <a:chOff x="2801472" y="7038228"/>
            <a:chExt cx="2628900" cy="3131939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BD557-F7E6-4396-885E-C1814A5342FD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5C85F3-D003-4B5F-B4A0-011740BF939F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5294E58-6405-4512-AEF4-5B1B632B0C07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079BE34-5805-46F8-BBE2-502459F3D4C3}"/>
              </a:ext>
            </a:extLst>
          </p:cNvPr>
          <p:cNvGrpSpPr/>
          <p:nvPr/>
        </p:nvGrpSpPr>
        <p:grpSpPr>
          <a:xfrm>
            <a:off x="6250770" y="2594565"/>
            <a:ext cx="2628900" cy="3131939"/>
            <a:chOff x="1930400" y="2984500"/>
            <a:chExt cx="2628900" cy="3131939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5733517-DEC6-4ADD-B6C2-58608DF0CE44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59A7B5F-E04F-4CC6-B13D-D408A635023D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D17AA45-B699-4F2A-908C-C77C22BA476C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E2BBFBE-44BC-4B43-850C-928D87FB00BE}"/>
              </a:ext>
            </a:extLst>
          </p:cNvPr>
          <p:cNvGrpSpPr/>
          <p:nvPr/>
        </p:nvGrpSpPr>
        <p:grpSpPr>
          <a:xfrm>
            <a:off x="9095696" y="2565704"/>
            <a:ext cx="2628900" cy="3131939"/>
            <a:chOff x="2801472" y="7038228"/>
            <a:chExt cx="2628900" cy="3131939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92E796D-3B0C-4F61-AC19-E2E2E100A20A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6D1BFC2-BBD2-41F9-B548-637745AFD120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CDA0CAB-563A-47BE-8E95-3C0F2E8BCF93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3AD476A9-FB45-4972-AA4C-E2DEC9EDB939}"/>
              </a:ext>
            </a:extLst>
          </p:cNvPr>
          <p:cNvSpPr/>
          <p:nvPr/>
        </p:nvSpPr>
        <p:spPr>
          <a:xfrm>
            <a:off x="3190186" y="844027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C845E46-CCAB-43DE-A4C8-C18BA6846DD2}"/>
              </a:ext>
            </a:extLst>
          </p:cNvPr>
          <p:cNvSpPr/>
          <p:nvPr/>
        </p:nvSpPr>
        <p:spPr>
          <a:xfrm>
            <a:off x="8792409" y="592000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756925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FE66CDF1-11F5-4D85-B6E8-8D076E79E18C}"/>
              </a:ext>
            </a:extLst>
          </p:cNvPr>
          <p:cNvGrpSpPr/>
          <p:nvPr/>
        </p:nvGrpSpPr>
        <p:grpSpPr>
          <a:xfrm>
            <a:off x="4781050" y="2594569"/>
            <a:ext cx="2628900" cy="3131939"/>
            <a:chOff x="1930400" y="2984500"/>
            <a:chExt cx="2628900" cy="313193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06D6684-368A-4DD9-B881-AEAEC980DB26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7AC3E13-4A07-4BA9-9227-EA7DD33A7913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0F703CB-E6FD-4503-8D2B-E436D3D45E17}"/>
                </a:ext>
              </a:extLst>
            </p:cNvPr>
            <p:cNvSpPr txBox="1"/>
            <p:nvPr/>
          </p:nvSpPr>
          <p:spPr>
            <a:xfrm>
              <a:off x="1930400" y="3336236"/>
              <a:ext cx="2628900" cy="246221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01</a:t>
              </a: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Présentation des structures d’accueil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l’ENI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Présentation de </a:t>
              </a:r>
              <a:r>
                <a:rPr lang="fr-FR" sz="1600" dirty="0" err="1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Concentrix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80BEB0D-8DE4-4F90-84ED-E9C34FBD93CF}"/>
              </a:ext>
            </a:extLst>
          </p:cNvPr>
          <p:cNvGrpSpPr/>
          <p:nvPr/>
        </p:nvGrpSpPr>
        <p:grpSpPr>
          <a:xfrm>
            <a:off x="15095187" y="2581745"/>
            <a:ext cx="2628900" cy="3131939"/>
            <a:chOff x="2801472" y="7038228"/>
            <a:chExt cx="2628900" cy="3131939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BD557-F7E6-4396-885E-C1814A5342FD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5C85F3-D003-4B5F-B4A0-011740BF939F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5294E58-6405-4512-AEF4-5B1B632B0C07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02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Contexte et problématique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Analyse des besoins</a:t>
              </a:r>
              <a:endParaRPr lang="fr-MG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079BE34-5805-46F8-BBE2-502459F3D4C3}"/>
              </a:ext>
            </a:extLst>
          </p:cNvPr>
          <p:cNvGrpSpPr/>
          <p:nvPr/>
        </p:nvGrpSpPr>
        <p:grpSpPr>
          <a:xfrm>
            <a:off x="18041713" y="2594565"/>
            <a:ext cx="2628900" cy="3131939"/>
            <a:chOff x="1930400" y="2984500"/>
            <a:chExt cx="2628900" cy="3131939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5733517-DEC6-4ADD-B6C2-58608DF0CE44}"/>
                </a:ext>
              </a:extLst>
            </p:cNvPr>
            <p:cNvSpPr/>
            <p:nvPr/>
          </p:nvSpPr>
          <p:spPr>
            <a:xfrm>
              <a:off x="2032000" y="2984500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73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59A7B5F-E04F-4CC6-B13D-D408A635023D}"/>
                </a:ext>
              </a:extLst>
            </p:cNvPr>
            <p:cNvSpPr/>
            <p:nvPr/>
          </p:nvSpPr>
          <p:spPr>
            <a:xfrm>
              <a:off x="2032000" y="3316288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D17AA45-B699-4F2A-908C-C77C22BA476C}"/>
                </a:ext>
              </a:extLst>
            </p:cNvPr>
            <p:cNvSpPr txBox="1"/>
            <p:nvPr/>
          </p:nvSpPr>
          <p:spPr>
            <a:xfrm>
              <a:off x="1930400" y="3332414"/>
              <a:ext cx="2628900" cy="24314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7380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03</a:t>
              </a:r>
            </a:p>
            <a:p>
              <a:pPr algn="ctr"/>
              <a:endParaRPr lang="fr-FR" dirty="0">
                <a:solidFill>
                  <a:srgbClr val="007380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73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Conception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Proposition de solution</a:t>
              </a:r>
            </a:p>
            <a:p>
              <a:pPr algn="ctr"/>
              <a:endParaRPr lang="fr-FR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7380"/>
                  </a:solidFill>
                  <a:latin typeface="+mj-lt"/>
                  <a:cs typeface="Cascadia Code" panose="020B0609020000020004" pitchFamily="49" charset="0"/>
                </a:rPr>
                <a:t>Diagrammes essentiels</a:t>
              </a:r>
              <a:endParaRPr lang="fr-MG" sz="1600" dirty="0">
                <a:solidFill>
                  <a:srgbClr val="007380"/>
                </a:solidFill>
                <a:latin typeface="+mj-lt"/>
                <a:cs typeface="Cascadia Code" panose="020B0609020000020004" pitchFamily="49" charset="0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E2BBFBE-44BC-4B43-850C-928D87FB00BE}"/>
              </a:ext>
            </a:extLst>
          </p:cNvPr>
          <p:cNvGrpSpPr/>
          <p:nvPr/>
        </p:nvGrpSpPr>
        <p:grpSpPr>
          <a:xfrm>
            <a:off x="20886639" y="2565704"/>
            <a:ext cx="2628900" cy="3131939"/>
            <a:chOff x="2801472" y="7038228"/>
            <a:chExt cx="2628900" cy="3131939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92E796D-3B0C-4F61-AC19-E2E2E100A20A}"/>
                </a:ext>
              </a:extLst>
            </p:cNvPr>
            <p:cNvSpPr/>
            <p:nvPr/>
          </p:nvSpPr>
          <p:spPr>
            <a:xfrm>
              <a:off x="2903072" y="7038228"/>
              <a:ext cx="2425700" cy="2800151"/>
            </a:xfrm>
            <a:prstGeom prst="roundRect">
              <a:avLst>
                <a:gd name="adj" fmla="val 11431"/>
              </a:avLst>
            </a:prstGeom>
            <a:solidFill>
              <a:srgbClr val="003D5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6D1BFC2-BBD2-41F9-B548-637745AFD120}"/>
                </a:ext>
              </a:extLst>
            </p:cNvPr>
            <p:cNvSpPr/>
            <p:nvPr/>
          </p:nvSpPr>
          <p:spPr>
            <a:xfrm>
              <a:off x="2903072" y="7370016"/>
              <a:ext cx="2425700" cy="2800151"/>
            </a:xfrm>
            <a:prstGeom prst="roundRect">
              <a:avLst>
                <a:gd name="adj" fmla="val 124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G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CDA0CAB-563A-47BE-8E95-3C0F2E8BCF93}"/>
                </a:ext>
              </a:extLst>
            </p:cNvPr>
            <p:cNvSpPr txBox="1"/>
            <p:nvPr/>
          </p:nvSpPr>
          <p:spPr>
            <a:xfrm>
              <a:off x="2801472" y="7403216"/>
              <a:ext cx="2628900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3D5B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04</a:t>
              </a:r>
            </a:p>
            <a:p>
              <a:pPr algn="ctr"/>
              <a:endParaRPr lang="fr-FR" dirty="0">
                <a:solidFill>
                  <a:srgbClr val="003D5B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fr-FR" dirty="0">
                  <a:solidFill>
                    <a:srgbClr val="003D5B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Réalisation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Technologies et outils utilisés</a:t>
              </a:r>
            </a:p>
            <a:p>
              <a:pPr algn="ctr"/>
              <a:endParaRPr lang="fr-FR" sz="1600" dirty="0">
                <a:solidFill>
                  <a:srgbClr val="003D5B"/>
                </a:solidFill>
                <a:latin typeface="+mj-lt"/>
                <a:cs typeface="Cascadia Code" panose="020B0609020000020004" pitchFamily="49" charset="0"/>
              </a:endParaRPr>
            </a:p>
            <a:p>
              <a:pPr algn="ctr"/>
              <a:r>
                <a:rPr lang="fr-FR" sz="1600" dirty="0">
                  <a:solidFill>
                    <a:srgbClr val="003D5B"/>
                  </a:solidFill>
                  <a:latin typeface="+mj-lt"/>
                  <a:cs typeface="Cascadia Code" panose="020B0609020000020004" pitchFamily="49" charset="0"/>
                </a:rPr>
                <a:t>Présentation de l’application</a:t>
              </a:r>
            </a:p>
          </p:txBody>
        </p:sp>
      </p:grp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9300A7D-D702-4D59-8BF9-69DB400EE3D9}"/>
              </a:ext>
            </a:extLst>
          </p:cNvPr>
          <p:cNvSpPr/>
          <p:nvPr/>
        </p:nvSpPr>
        <p:spPr>
          <a:xfrm rot="8100000">
            <a:off x="1618565" y="6379929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04EEB86-171F-4D52-A96D-41CBE7258401}"/>
              </a:ext>
            </a:extLst>
          </p:cNvPr>
          <p:cNvSpPr/>
          <p:nvPr/>
        </p:nvSpPr>
        <p:spPr>
          <a:xfrm rot="8100000">
            <a:off x="10078153" y="103704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DE65743-9BB2-415F-9B4A-5E71B4E13ADD}"/>
              </a:ext>
            </a:extLst>
          </p:cNvPr>
          <p:cNvSpPr/>
          <p:nvPr/>
        </p:nvSpPr>
        <p:spPr>
          <a:xfrm rot="8100000">
            <a:off x="-2681021" y="-559625"/>
            <a:ext cx="6712228" cy="1849891"/>
          </a:xfrm>
          <a:prstGeom prst="roundRect">
            <a:avLst>
              <a:gd name="adj" fmla="val 50000"/>
            </a:avLst>
          </a:prstGeom>
          <a:solidFill>
            <a:srgbClr val="25E2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1707C10-E364-4147-9E45-BEDCEF393F33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A0032CE-E3DE-4A10-84CF-475C85A2DE6F}"/>
              </a:ext>
            </a:extLst>
          </p:cNvPr>
          <p:cNvSpPr/>
          <p:nvPr/>
        </p:nvSpPr>
        <p:spPr>
          <a:xfrm>
            <a:off x="567331" y="702152"/>
            <a:ext cx="10922304" cy="5453696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F1217DE-338D-4490-B577-1C2D61144B0F}"/>
              </a:ext>
            </a:extLst>
          </p:cNvPr>
          <p:cNvSpPr/>
          <p:nvPr/>
        </p:nvSpPr>
        <p:spPr>
          <a:xfrm>
            <a:off x="3310657" y="2031178"/>
            <a:ext cx="7503243" cy="280015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8947746-4AE6-4B4E-910B-94CC75C88F0C}"/>
              </a:ext>
            </a:extLst>
          </p:cNvPr>
          <p:cNvSpPr txBox="1"/>
          <p:nvPr/>
        </p:nvSpPr>
        <p:spPr>
          <a:xfrm>
            <a:off x="4383603" y="2749339"/>
            <a:ext cx="5408782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40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" panose="020B0609020000020004" pitchFamily="49" charset="0"/>
              </a:rPr>
              <a:t>Présentation des structures d’accueil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0DD7BB5-515B-4E37-A72B-861F5AE9EE5C}"/>
              </a:ext>
            </a:extLst>
          </p:cNvPr>
          <p:cNvSpPr txBox="1"/>
          <p:nvPr/>
        </p:nvSpPr>
        <p:spPr>
          <a:xfrm>
            <a:off x="1138139" y="2484998"/>
            <a:ext cx="17955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01</a:t>
            </a:r>
            <a:endParaRPr lang="fr-MG" sz="10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156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33930695-84BE-452F-AC22-E09E8E843E5D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EE1FBEA-1BFE-484F-943C-C03877797C04}"/>
              </a:ext>
            </a:extLst>
          </p:cNvPr>
          <p:cNvSpPr/>
          <p:nvPr/>
        </p:nvSpPr>
        <p:spPr>
          <a:xfrm>
            <a:off x="9392413" y="-1073428"/>
            <a:ext cx="3885399" cy="8454887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54FA635-4463-4777-B345-67CD97C69E44}"/>
              </a:ext>
            </a:extLst>
          </p:cNvPr>
          <p:cNvSpPr/>
          <p:nvPr/>
        </p:nvSpPr>
        <p:spPr>
          <a:xfrm>
            <a:off x="286783" y="6385977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90981A3-79B6-4ED1-AD2A-E7273FB7ACDE}"/>
              </a:ext>
            </a:extLst>
          </p:cNvPr>
          <p:cNvSpPr/>
          <p:nvPr/>
        </p:nvSpPr>
        <p:spPr>
          <a:xfrm>
            <a:off x="7375966" y="115215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11EE831-0016-4F73-8D9D-17B7B3FD52C7}"/>
              </a:ext>
            </a:extLst>
          </p:cNvPr>
          <p:cNvSpPr/>
          <p:nvPr/>
        </p:nvSpPr>
        <p:spPr>
          <a:xfrm>
            <a:off x="2479287" y="5916309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728954-F6DA-4980-BC32-B02A693BB3A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5" y="432152"/>
            <a:ext cx="1080000" cy="1080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CEC0D7E-1793-4D41-9CBB-FCDEA92A3BB9}"/>
              </a:ext>
            </a:extLst>
          </p:cNvPr>
          <p:cNvSpPr txBox="1"/>
          <p:nvPr/>
        </p:nvSpPr>
        <p:spPr>
          <a:xfrm>
            <a:off x="1760810" y="710542"/>
            <a:ext cx="546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380"/>
                </a:solidFill>
                <a:latin typeface="Arial Rounded MT Bold" panose="020F0704030504030204" pitchFamily="34" charset="0"/>
              </a:rPr>
              <a:t>Ecole National d’Informatique</a:t>
            </a:r>
            <a:endParaRPr lang="fr-MG" sz="2800" dirty="0">
              <a:solidFill>
                <a:srgbClr val="00738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7A23B5A-4524-4D30-A52F-593E5A33023C}"/>
              </a:ext>
            </a:extLst>
          </p:cNvPr>
          <p:cNvSpPr txBox="1"/>
          <p:nvPr/>
        </p:nvSpPr>
        <p:spPr>
          <a:xfrm>
            <a:off x="736782" y="2051725"/>
            <a:ext cx="663918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Établissement public de référence dans la formation en informatique et pépinière d’élite informaticiennes du pays</a:t>
            </a:r>
          </a:p>
          <a:p>
            <a:pPr algn="just"/>
            <a:endParaRPr lang="fr-FR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just"/>
            <a:r>
              <a:rPr lang="fr-FR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Objectif</a:t>
            </a:r>
          </a:p>
          <a:p>
            <a:pPr algn="just"/>
            <a:r>
              <a:rPr lang="fr-FR" sz="20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Former les techniciens et les ingénieurs de haut niveau, capables de répondre aux besoins et exigences des entreprises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6A2E69-D028-46C0-9E56-866404F33149}"/>
              </a:ext>
            </a:extLst>
          </p:cNvPr>
          <p:cNvSpPr txBox="1"/>
          <p:nvPr/>
        </p:nvSpPr>
        <p:spPr>
          <a:xfrm>
            <a:off x="-7009436" y="1342500"/>
            <a:ext cx="69388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Mentions et parcours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Informatique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Génie logiciel et Base de 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Donnéees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(GBD)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Administration Système et Réseaux (ASR)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Informatique Générale (IG)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Intelligence Artificielle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Gouvernance et Ingénierie des Données (GID)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Objets Connectés et Cybersécurité (OCC)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Expertise digitale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Métiers du Digital (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Mdi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Audits des Systèmes d’Information (ASI)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691BDC3-C3AA-4436-BAD1-9BCB64CE6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99" r="15201"/>
          <a:stretch>
            <a:fillRect/>
          </a:stretch>
        </p:blipFill>
        <p:spPr>
          <a:xfrm>
            <a:off x="8018766" y="432152"/>
            <a:ext cx="2800152" cy="6004955"/>
          </a:xfrm>
          <a:custGeom>
            <a:avLst/>
            <a:gdLst>
              <a:gd name="connsiteX0" fmla="*/ 1400077 w 2800152"/>
              <a:gd name="connsiteY0" fmla="*/ 0 h 6004955"/>
              <a:gd name="connsiteX1" fmla="*/ 1543226 w 2800152"/>
              <a:gd name="connsiteY1" fmla="*/ 7229 h 6004955"/>
              <a:gd name="connsiteX2" fmla="*/ 2800152 w 2800152"/>
              <a:gd name="connsiteY2" fmla="*/ 1400076 h 6004955"/>
              <a:gd name="connsiteX3" fmla="*/ 2800152 w 2800152"/>
              <a:gd name="connsiteY3" fmla="*/ 4604880 h 6004955"/>
              <a:gd name="connsiteX4" fmla="*/ 1543226 w 2800152"/>
              <a:gd name="connsiteY4" fmla="*/ 5997728 h 6004955"/>
              <a:gd name="connsiteX5" fmla="*/ 1400096 w 2800152"/>
              <a:gd name="connsiteY5" fmla="*/ 6004955 h 6004955"/>
              <a:gd name="connsiteX6" fmla="*/ 1400076 w 2800152"/>
              <a:gd name="connsiteY6" fmla="*/ 6004955 h 6004955"/>
              <a:gd name="connsiteX7" fmla="*/ 0 w 2800152"/>
              <a:gd name="connsiteY7" fmla="*/ 4604879 h 6004955"/>
              <a:gd name="connsiteX8" fmla="*/ 1 w 2800152"/>
              <a:gd name="connsiteY8" fmla="*/ 1400076 h 6004955"/>
              <a:gd name="connsiteX9" fmla="*/ 1256927 w 2800152"/>
              <a:gd name="connsiteY9" fmla="*/ 7229 h 6004955"/>
              <a:gd name="connsiteX10" fmla="*/ 1400076 w 2800152"/>
              <a:gd name="connsiteY10" fmla="*/ 0 h 6004955"/>
              <a:gd name="connsiteX11" fmla="*/ 1400077 w 2800152"/>
              <a:gd name="connsiteY11" fmla="*/ 0 h 6004955"/>
              <a:gd name="connsiteX12" fmla="*/ 1400077 w 2800152"/>
              <a:gd name="connsiteY12" fmla="*/ 0 h 600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152" h="6004955">
                <a:moveTo>
                  <a:pt x="1400077" y="0"/>
                </a:moveTo>
                <a:lnTo>
                  <a:pt x="1543226" y="7229"/>
                </a:lnTo>
                <a:cubicBezTo>
                  <a:pt x="2249223" y="78926"/>
                  <a:pt x="2800152" y="675163"/>
                  <a:pt x="2800152" y="1400076"/>
                </a:cubicBezTo>
                <a:lnTo>
                  <a:pt x="2800152" y="4604880"/>
                </a:lnTo>
                <a:cubicBezTo>
                  <a:pt x="2800152" y="5329794"/>
                  <a:pt x="2249223" y="5926030"/>
                  <a:pt x="1543226" y="5997728"/>
                </a:cubicBezTo>
                <a:lnTo>
                  <a:pt x="1400096" y="6004955"/>
                </a:lnTo>
                <a:lnTo>
                  <a:pt x="1400076" y="6004955"/>
                </a:lnTo>
                <a:cubicBezTo>
                  <a:pt x="626835" y="6004955"/>
                  <a:pt x="0" y="5378120"/>
                  <a:pt x="0" y="4604879"/>
                </a:cubicBezTo>
                <a:lnTo>
                  <a:pt x="1" y="1400076"/>
                </a:lnTo>
                <a:cubicBezTo>
                  <a:pt x="1" y="675163"/>
                  <a:pt x="550930" y="78926"/>
                  <a:pt x="1256927" y="7229"/>
                </a:cubicBezTo>
                <a:close/>
                <a:moveTo>
                  <a:pt x="1400076" y="0"/>
                </a:moveTo>
                <a:lnTo>
                  <a:pt x="1400077" y="0"/>
                </a:lnTo>
                <a:lnTo>
                  <a:pt x="1400077" y="0"/>
                </a:lnTo>
                <a:close/>
              </a:path>
            </a:pathLst>
          </a:cu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E661C566-151A-42F5-AEB8-CA566A752410}"/>
              </a:ext>
            </a:extLst>
          </p:cNvPr>
          <p:cNvSpPr/>
          <p:nvPr/>
        </p:nvSpPr>
        <p:spPr>
          <a:xfrm>
            <a:off x="7979670" y="252152"/>
            <a:ext cx="900000" cy="900000"/>
          </a:xfrm>
          <a:prstGeom prst="ellipse">
            <a:avLst/>
          </a:prstGeom>
          <a:solidFill>
            <a:srgbClr val="003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029379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245F4695-1DA6-41ED-B3BD-0AD7B879BFDD}"/>
              </a:ext>
            </a:extLst>
          </p:cNvPr>
          <p:cNvSpPr/>
          <p:nvPr/>
        </p:nvSpPr>
        <p:spPr>
          <a:xfrm>
            <a:off x="8699670" y="702152"/>
            <a:ext cx="180000" cy="18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0F1B983-4ADB-492C-8B7C-FE3B1009E2C4}"/>
              </a:ext>
            </a:extLst>
          </p:cNvPr>
          <p:cNvSpPr/>
          <p:nvPr/>
        </p:nvSpPr>
        <p:spPr>
          <a:xfrm>
            <a:off x="9392413" y="-1073428"/>
            <a:ext cx="3885399" cy="8454887"/>
          </a:xfrm>
          <a:prstGeom prst="roundRect">
            <a:avLst>
              <a:gd name="adj" fmla="val 11431"/>
            </a:avLst>
          </a:prstGeom>
          <a:solidFill>
            <a:srgbClr val="0073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473DA09-939E-4776-A822-DF82DA4256B6}"/>
              </a:ext>
            </a:extLst>
          </p:cNvPr>
          <p:cNvSpPr/>
          <p:nvPr/>
        </p:nvSpPr>
        <p:spPr>
          <a:xfrm>
            <a:off x="286783" y="6385977"/>
            <a:ext cx="900000" cy="900000"/>
          </a:xfrm>
          <a:prstGeom prst="ellipse">
            <a:avLst/>
          </a:prstGeom>
          <a:solidFill>
            <a:srgbClr val="003D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F72D9DB-59B5-4FD2-9FAC-674EFA38A64B}"/>
              </a:ext>
            </a:extLst>
          </p:cNvPr>
          <p:cNvSpPr/>
          <p:nvPr/>
        </p:nvSpPr>
        <p:spPr>
          <a:xfrm>
            <a:off x="7375966" y="1152152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55A603B-4B01-4488-B016-7CBCDFB3F063}"/>
              </a:ext>
            </a:extLst>
          </p:cNvPr>
          <p:cNvSpPr/>
          <p:nvPr/>
        </p:nvSpPr>
        <p:spPr>
          <a:xfrm>
            <a:off x="2479287" y="5916309"/>
            <a:ext cx="360000" cy="360000"/>
          </a:xfrm>
          <a:prstGeom prst="ellipse">
            <a:avLst/>
          </a:prstGeom>
          <a:solidFill>
            <a:srgbClr val="25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ADCC4D5-2780-4EF6-A1B7-71B9B0CA2B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5" y="432152"/>
            <a:ext cx="1080000" cy="1080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2638B0C-8B8A-4CAC-BD28-561B057C41CF}"/>
              </a:ext>
            </a:extLst>
          </p:cNvPr>
          <p:cNvSpPr txBox="1"/>
          <p:nvPr/>
        </p:nvSpPr>
        <p:spPr>
          <a:xfrm>
            <a:off x="1760810" y="710542"/>
            <a:ext cx="546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3D5B"/>
                </a:solidFill>
                <a:latin typeface="Arial Rounded MT Bold" panose="020F0704030504030204" pitchFamily="34" charset="0"/>
              </a:rPr>
              <a:t>Ecole National d’Informatique</a:t>
            </a:r>
            <a:endParaRPr lang="fr-MG" sz="2800" dirty="0">
              <a:solidFill>
                <a:srgbClr val="003D5B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95CEEC-F736-47A6-8B11-67E849549E98}"/>
              </a:ext>
            </a:extLst>
          </p:cNvPr>
          <p:cNvSpPr txBox="1"/>
          <p:nvPr/>
        </p:nvSpPr>
        <p:spPr>
          <a:xfrm>
            <a:off x="810433" y="1252640"/>
            <a:ext cx="69388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007380"/>
                </a:solidFill>
                <a:latin typeface="Arial Rounded MT Bold" panose="020F0704030504030204" pitchFamily="34" charset="0"/>
                <a:cs typeface="Cascadia Code SemiBold" panose="020B0609020000020004" pitchFamily="49" charset="0"/>
              </a:rPr>
              <a:t>Mentions et parcours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Informatique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Génie logiciel et Base de 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Donnéees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(GBD)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Administration Système et Réseaux (ASR)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Informatique Générale (IG)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Intelligence Artificielle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Gouvernance et Ingénierie des Données (GID)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Objets Connectés et Cybersécurité (OCC)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Expertise digitale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Métiers du Digital (</a:t>
            </a:r>
            <a:r>
              <a:rPr lang="fr-FR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Mdi</a:t>
            </a: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fr-FR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Audits des Systèmes d’Information (ASI)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D0A1493-8E10-48EA-A228-B3377A7D9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99" r="15201"/>
          <a:stretch>
            <a:fillRect/>
          </a:stretch>
        </p:blipFill>
        <p:spPr>
          <a:xfrm>
            <a:off x="8018766" y="432152"/>
            <a:ext cx="2800152" cy="6004955"/>
          </a:xfrm>
          <a:custGeom>
            <a:avLst/>
            <a:gdLst>
              <a:gd name="connsiteX0" fmla="*/ 1400077 w 2800152"/>
              <a:gd name="connsiteY0" fmla="*/ 0 h 6004955"/>
              <a:gd name="connsiteX1" fmla="*/ 1543226 w 2800152"/>
              <a:gd name="connsiteY1" fmla="*/ 7229 h 6004955"/>
              <a:gd name="connsiteX2" fmla="*/ 2800152 w 2800152"/>
              <a:gd name="connsiteY2" fmla="*/ 1400076 h 6004955"/>
              <a:gd name="connsiteX3" fmla="*/ 2800152 w 2800152"/>
              <a:gd name="connsiteY3" fmla="*/ 4604880 h 6004955"/>
              <a:gd name="connsiteX4" fmla="*/ 1543226 w 2800152"/>
              <a:gd name="connsiteY4" fmla="*/ 5997728 h 6004955"/>
              <a:gd name="connsiteX5" fmla="*/ 1400096 w 2800152"/>
              <a:gd name="connsiteY5" fmla="*/ 6004955 h 6004955"/>
              <a:gd name="connsiteX6" fmla="*/ 1400076 w 2800152"/>
              <a:gd name="connsiteY6" fmla="*/ 6004955 h 6004955"/>
              <a:gd name="connsiteX7" fmla="*/ 0 w 2800152"/>
              <a:gd name="connsiteY7" fmla="*/ 4604879 h 6004955"/>
              <a:gd name="connsiteX8" fmla="*/ 1 w 2800152"/>
              <a:gd name="connsiteY8" fmla="*/ 1400076 h 6004955"/>
              <a:gd name="connsiteX9" fmla="*/ 1256927 w 2800152"/>
              <a:gd name="connsiteY9" fmla="*/ 7229 h 6004955"/>
              <a:gd name="connsiteX10" fmla="*/ 1400076 w 2800152"/>
              <a:gd name="connsiteY10" fmla="*/ 0 h 6004955"/>
              <a:gd name="connsiteX11" fmla="*/ 1400077 w 2800152"/>
              <a:gd name="connsiteY11" fmla="*/ 0 h 6004955"/>
              <a:gd name="connsiteX12" fmla="*/ 1400077 w 2800152"/>
              <a:gd name="connsiteY12" fmla="*/ 0 h 600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152" h="6004955">
                <a:moveTo>
                  <a:pt x="1400077" y="0"/>
                </a:moveTo>
                <a:lnTo>
                  <a:pt x="1543226" y="7229"/>
                </a:lnTo>
                <a:cubicBezTo>
                  <a:pt x="2249223" y="78926"/>
                  <a:pt x="2800152" y="675163"/>
                  <a:pt x="2800152" y="1400076"/>
                </a:cubicBezTo>
                <a:lnTo>
                  <a:pt x="2800152" y="4604880"/>
                </a:lnTo>
                <a:cubicBezTo>
                  <a:pt x="2800152" y="5329794"/>
                  <a:pt x="2249223" y="5926030"/>
                  <a:pt x="1543226" y="5997728"/>
                </a:cubicBezTo>
                <a:lnTo>
                  <a:pt x="1400096" y="6004955"/>
                </a:lnTo>
                <a:lnTo>
                  <a:pt x="1400076" y="6004955"/>
                </a:lnTo>
                <a:cubicBezTo>
                  <a:pt x="626835" y="6004955"/>
                  <a:pt x="0" y="5378120"/>
                  <a:pt x="0" y="4604879"/>
                </a:cubicBezTo>
                <a:lnTo>
                  <a:pt x="1" y="1400076"/>
                </a:lnTo>
                <a:cubicBezTo>
                  <a:pt x="1" y="675163"/>
                  <a:pt x="550930" y="78926"/>
                  <a:pt x="1256927" y="7229"/>
                </a:cubicBezTo>
                <a:close/>
                <a:moveTo>
                  <a:pt x="1400076" y="0"/>
                </a:moveTo>
                <a:lnTo>
                  <a:pt x="1400077" y="0"/>
                </a:lnTo>
                <a:lnTo>
                  <a:pt x="1400077" y="0"/>
                </a:lnTo>
                <a:close/>
              </a:path>
            </a:pathLst>
          </a:cu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3DD0CA04-F285-4852-B2CC-2698278940AB}"/>
              </a:ext>
            </a:extLst>
          </p:cNvPr>
          <p:cNvSpPr/>
          <p:nvPr/>
        </p:nvSpPr>
        <p:spPr>
          <a:xfrm>
            <a:off x="7979670" y="252152"/>
            <a:ext cx="900000" cy="900000"/>
          </a:xfrm>
          <a:prstGeom prst="ellipse">
            <a:avLst/>
          </a:prstGeom>
          <a:solidFill>
            <a:srgbClr val="003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108422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662</Words>
  <Application>Microsoft Office PowerPoint</Application>
  <PresentationFormat>Grand écran</PresentationFormat>
  <Paragraphs>269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Arial</vt:lpstr>
      <vt:lpstr>Arial Rounded MT Bold</vt:lpstr>
      <vt:lpstr>Calibri</vt:lpstr>
      <vt:lpstr>Calibri Light</vt:lpstr>
      <vt:lpstr>Cascadia Code</vt:lpstr>
      <vt:lpstr>Cascadia Code Light</vt:lpstr>
      <vt:lpstr>Cascadia Code SemiBold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Fitiavana Rakotosamimanana</dc:creator>
  <cp:lastModifiedBy>Fitiavana Rakotosamimanana</cp:lastModifiedBy>
  <cp:revision>1</cp:revision>
  <dcterms:created xsi:type="dcterms:W3CDTF">2026-01-15T21:52:35Z</dcterms:created>
  <dcterms:modified xsi:type="dcterms:W3CDTF">2026-01-15T22:13:21Z</dcterms:modified>
</cp:coreProperties>
</file>