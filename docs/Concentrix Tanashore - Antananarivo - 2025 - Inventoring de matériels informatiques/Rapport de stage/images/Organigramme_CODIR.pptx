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8074600" cy="21424900"/>
  <p:notesSz cx="6858000" cy="9144000"/>
  <p:embeddedFontLst>
    <p:embeddedFont>
      <p:font typeface="Montserrat Bold" charset="1" panose="00000000000000000000"/>
      <p:regular r:id="rId7"/>
    </p:embeddedFont>
    <p:embeddedFont>
      <p:font typeface="Market Pro Bold" charset="1" panose="03010804020101010101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2425" y="-114300"/>
            <a:ext cx="38500050" cy="21717000"/>
          </a:xfrm>
          <a:custGeom>
            <a:avLst/>
            <a:gdLst/>
            <a:ahLst/>
            <a:cxnLst/>
            <a:rect r="r" b="b" t="t" l="l"/>
            <a:pathLst>
              <a:path h="21717000" w="38500050">
                <a:moveTo>
                  <a:pt x="0" y="0"/>
                </a:moveTo>
                <a:lnTo>
                  <a:pt x="38500050" y="0"/>
                </a:lnTo>
                <a:lnTo>
                  <a:pt x="38500050" y="21717000"/>
                </a:lnTo>
                <a:lnTo>
                  <a:pt x="0" y="2171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050" y="1428750"/>
            <a:ext cx="9229725" cy="1800225"/>
          </a:xfrm>
          <a:custGeom>
            <a:avLst/>
            <a:gdLst/>
            <a:ahLst/>
            <a:cxnLst/>
            <a:rect r="r" b="b" t="t" l="l"/>
            <a:pathLst>
              <a:path h="1800225" w="9229725">
                <a:moveTo>
                  <a:pt x="0" y="0"/>
                </a:moveTo>
                <a:lnTo>
                  <a:pt x="9229725" y="0"/>
                </a:lnTo>
                <a:lnTo>
                  <a:pt x="9229725" y="1800225"/>
                </a:lnTo>
                <a:lnTo>
                  <a:pt x="0" y="180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4801" y="2492702"/>
            <a:ext cx="7305599" cy="3648075"/>
          </a:xfrm>
          <a:custGeom>
            <a:avLst/>
            <a:gdLst/>
            <a:ahLst/>
            <a:cxnLst/>
            <a:rect r="r" b="b" t="t" l="l"/>
            <a:pathLst>
              <a:path h="3648075" w="7305599">
                <a:moveTo>
                  <a:pt x="0" y="0"/>
                </a:moveTo>
                <a:lnTo>
                  <a:pt x="7305598" y="0"/>
                </a:lnTo>
                <a:lnTo>
                  <a:pt x="7305598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919279" y="2492702"/>
            <a:ext cx="3629025" cy="3648075"/>
          </a:xfrm>
          <a:custGeom>
            <a:avLst/>
            <a:gdLst/>
            <a:ahLst/>
            <a:cxnLst/>
            <a:rect r="r" b="b" t="t" l="l"/>
            <a:pathLst>
              <a:path h="3648075" w="3629025">
                <a:moveTo>
                  <a:pt x="0" y="0"/>
                </a:moveTo>
                <a:lnTo>
                  <a:pt x="3629025" y="0"/>
                </a:lnTo>
                <a:lnTo>
                  <a:pt x="36290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9668" y="13710806"/>
            <a:ext cx="7163135" cy="3576935"/>
          </a:xfrm>
          <a:custGeom>
            <a:avLst/>
            <a:gdLst/>
            <a:ahLst/>
            <a:cxnLst/>
            <a:rect r="r" b="b" t="t" l="l"/>
            <a:pathLst>
              <a:path h="3576935" w="7163135">
                <a:moveTo>
                  <a:pt x="0" y="0"/>
                </a:moveTo>
                <a:lnTo>
                  <a:pt x="7163135" y="0"/>
                </a:lnTo>
                <a:lnTo>
                  <a:pt x="7163135" y="3576935"/>
                </a:lnTo>
                <a:lnTo>
                  <a:pt x="0" y="3576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91213" y="7913360"/>
            <a:ext cx="7237352" cy="3613996"/>
          </a:xfrm>
          <a:custGeom>
            <a:avLst/>
            <a:gdLst/>
            <a:ahLst/>
            <a:cxnLst/>
            <a:rect r="r" b="b" t="t" l="l"/>
            <a:pathLst>
              <a:path h="3613996" w="7237352">
                <a:moveTo>
                  <a:pt x="0" y="0"/>
                </a:moveTo>
                <a:lnTo>
                  <a:pt x="7237352" y="0"/>
                </a:lnTo>
                <a:lnTo>
                  <a:pt x="7237352" y="3613996"/>
                </a:lnTo>
                <a:lnTo>
                  <a:pt x="0" y="3613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2088" y="7894611"/>
            <a:ext cx="3613996" cy="3632868"/>
          </a:xfrm>
          <a:custGeom>
            <a:avLst/>
            <a:gdLst/>
            <a:ahLst/>
            <a:cxnLst/>
            <a:rect r="r" b="b" t="t" l="l"/>
            <a:pathLst>
              <a:path h="3632868" w="3613996">
                <a:moveTo>
                  <a:pt x="0" y="0"/>
                </a:moveTo>
                <a:lnTo>
                  <a:pt x="3613996" y="0"/>
                </a:lnTo>
                <a:lnTo>
                  <a:pt x="3613996" y="3632868"/>
                </a:lnTo>
                <a:lnTo>
                  <a:pt x="0" y="3632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366383" y="7912977"/>
            <a:ext cx="7194414" cy="3598200"/>
          </a:xfrm>
          <a:custGeom>
            <a:avLst/>
            <a:gdLst/>
            <a:ahLst/>
            <a:cxnLst/>
            <a:rect r="r" b="b" t="t" l="l"/>
            <a:pathLst>
              <a:path h="3598200" w="7194414">
                <a:moveTo>
                  <a:pt x="0" y="0"/>
                </a:moveTo>
                <a:lnTo>
                  <a:pt x="7194414" y="0"/>
                </a:lnTo>
                <a:lnTo>
                  <a:pt x="7194414" y="3598200"/>
                </a:lnTo>
                <a:lnTo>
                  <a:pt x="0" y="3598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971952" y="7894611"/>
            <a:ext cx="3589189" cy="3608280"/>
          </a:xfrm>
          <a:custGeom>
            <a:avLst/>
            <a:gdLst/>
            <a:ahLst/>
            <a:cxnLst/>
            <a:rect r="r" b="b" t="t" l="l"/>
            <a:pathLst>
              <a:path h="3608280" w="3589189">
                <a:moveTo>
                  <a:pt x="0" y="0"/>
                </a:moveTo>
                <a:lnTo>
                  <a:pt x="3589189" y="0"/>
                </a:lnTo>
                <a:lnTo>
                  <a:pt x="3589189" y="3608280"/>
                </a:lnTo>
                <a:lnTo>
                  <a:pt x="0" y="3608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62616" y="13668993"/>
            <a:ext cx="7132204" cy="3567073"/>
          </a:xfrm>
          <a:custGeom>
            <a:avLst/>
            <a:gdLst/>
            <a:ahLst/>
            <a:cxnLst/>
            <a:rect r="r" b="b" t="t" l="l"/>
            <a:pathLst>
              <a:path h="3567073" w="7132204">
                <a:moveTo>
                  <a:pt x="0" y="0"/>
                </a:moveTo>
                <a:lnTo>
                  <a:pt x="7132203" y="0"/>
                </a:lnTo>
                <a:lnTo>
                  <a:pt x="7132203" y="3567074"/>
                </a:lnTo>
                <a:lnTo>
                  <a:pt x="0" y="35670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826177" y="13651025"/>
            <a:ext cx="3567596" cy="3586275"/>
          </a:xfrm>
          <a:custGeom>
            <a:avLst/>
            <a:gdLst/>
            <a:ahLst/>
            <a:cxnLst/>
            <a:rect r="r" b="b" t="t" l="l"/>
            <a:pathLst>
              <a:path h="3586275" w="3567596">
                <a:moveTo>
                  <a:pt x="0" y="0"/>
                </a:moveTo>
                <a:lnTo>
                  <a:pt x="3567596" y="0"/>
                </a:lnTo>
                <a:lnTo>
                  <a:pt x="3567596" y="3586274"/>
                </a:lnTo>
                <a:lnTo>
                  <a:pt x="0" y="358627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721693" y="13710096"/>
            <a:ext cx="7141618" cy="3567073"/>
          </a:xfrm>
          <a:custGeom>
            <a:avLst/>
            <a:gdLst/>
            <a:ahLst/>
            <a:cxnLst/>
            <a:rect r="r" b="b" t="t" l="l"/>
            <a:pathLst>
              <a:path h="3567073" w="7141618">
                <a:moveTo>
                  <a:pt x="0" y="0"/>
                </a:moveTo>
                <a:lnTo>
                  <a:pt x="7141618" y="0"/>
                </a:lnTo>
                <a:lnTo>
                  <a:pt x="7141618" y="3567073"/>
                </a:lnTo>
                <a:lnTo>
                  <a:pt x="0" y="35670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094986" y="7901166"/>
            <a:ext cx="7272406" cy="3632399"/>
          </a:xfrm>
          <a:custGeom>
            <a:avLst/>
            <a:gdLst/>
            <a:ahLst/>
            <a:cxnLst/>
            <a:rect r="r" b="b" t="t" l="l"/>
            <a:pathLst>
              <a:path h="3632399" w="7272406">
                <a:moveTo>
                  <a:pt x="0" y="0"/>
                </a:moveTo>
                <a:lnTo>
                  <a:pt x="7272406" y="0"/>
                </a:lnTo>
                <a:lnTo>
                  <a:pt x="7272406" y="3632399"/>
                </a:lnTo>
                <a:lnTo>
                  <a:pt x="0" y="36323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289485" y="13692127"/>
            <a:ext cx="3576935" cy="3595614"/>
          </a:xfrm>
          <a:custGeom>
            <a:avLst/>
            <a:gdLst/>
            <a:ahLst/>
            <a:cxnLst/>
            <a:rect r="r" b="b" t="t" l="l"/>
            <a:pathLst>
              <a:path h="3595614" w="3576935">
                <a:moveTo>
                  <a:pt x="0" y="0"/>
                </a:moveTo>
                <a:lnTo>
                  <a:pt x="3576936" y="0"/>
                </a:lnTo>
                <a:lnTo>
                  <a:pt x="3576936" y="3595614"/>
                </a:lnTo>
                <a:lnTo>
                  <a:pt x="0" y="3595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0478" y="7910662"/>
            <a:ext cx="7245797" cy="3622903"/>
          </a:xfrm>
          <a:custGeom>
            <a:avLst/>
            <a:gdLst/>
            <a:ahLst/>
            <a:cxnLst/>
            <a:rect r="r" b="b" t="t" l="l"/>
            <a:pathLst>
              <a:path h="3622903" w="7245797">
                <a:moveTo>
                  <a:pt x="0" y="0"/>
                </a:moveTo>
                <a:lnTo>
                  <a:pt x="7245797" y="0"/>
                </a:lnTo>
                <a:lnTo>
                  <a:pt x="7245797" y="3622903"/>
                </a:lnTo>
                <a:lnTo>
                  <a:pt x="0" y="362290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31852" y="7894611"/>
            <a:ext cx="3613996" cy="3632868"/>
          </a:xfrm>
          <a:custGeom>
            <a:avLst/>
            <a:gdLst/>
            <a:ahLst/>
            <a:cxnLst/>
            <a:rect r="r" b="b" t="t" l="l"/>
            <a:pathLst>
              <a:path h="3632868" w="3613996">
                <a:moveTo>
                  <a:pt x="0" y="0"/>
                </a:moveTo>
                <a:lnTo>
                  <a:pt x="3613996" y="0"/>
                </a:lnTo>
                <a:lnTo>
                  <a:pt x="3613996" y="3632868"/>
                </a:lnTo>
                <a:lnTo>
                  <a:pt x="0" y="363286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0199796" y="13762778"/>
            <a:ext cx="7206918" cy="3604421"/>
          </a:xfrm>
          <a:custGeom>
            <a:avLst/>
            <a:gdLst/>
            <a:ahLst/>
            <a:cxnLst/>
            <a:rect r="r" b="b" t="t" l="l"/>
            <a:pathLst>
              <a:path h="3604421" w="7206918">
                <a:moveTo>
                  <a:pt x="0" y="0"/>
                </a:moveTo>
                <a:lnTo>
                  <a:pt x="7206917" y="0"/>
                </a:lnTo>
                <a:lnTo>
                  <a:pt x="7206917" y="3604421"/>
                </a:lnTo>
                <a:lnTo>
                  <a:pt x="0" y="36044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51620" y="13710806"/>
            <a:ext cx="3567596" cy="3576935"/>
          </a:xfrm>
          <a:custGeom>
            <a:avLst/>
            <a:gdLst/>
            <a:ahLst/>
            <a:cxnLst/>
            <a:rect r="r" b="b" t="t" l="l"/>
            <a:pathLst>
              <a:path h="3576935" w="3567596">
                <a:moveTo>
                  <a:pt x="0" y="0"/>
                </a:moveTo>
                <a:lnTo>
                  <a:pt x="3567597" y="0"/>
                </a:lnTo>
                <a:lnTo>
                  <a:pt x="3567597" y="3576935"/>
                </a:lnTo>
                <a:lnTo>
                  <a:pt x="0" y="357693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49216" y="13769281"/>
            <a:ext cx="7076168" cy="3539055"/>
          </a:xfrm>
          <a:custGeom>
            <a:avLst/>
            <a:gdLst/>
            <a:ahLst/>
            <a:cxnLst/>
            <a:rect r="r" b="b" t="t" l="l"/>
            <a:pathLst>
              <a:path h="3539055" w="7076168">
                <a:moveTo>
                  <a:pt x="0" y="0"/>
                </a:moveTo>
                <a:lnTo>
                  <a:pt x="7076168" y="0"/>
                </a:lnTo>
                <a:lnTo>
                  <a:pt x="7076168" y="3539056"/>
                </a:lnTo>
                <a:lnTo>
                  <a:pt x="0" y="353905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86824" y="13753395"/>
            <a:ext cx="3548918" cy="3558257"/>
          </a:xfrm>
          <a:custGeom>
            <a:avLst/>
            <a:gdLst/>
            <a:ahLst/>
            <a:cxnLst/>
            <a:rect r="r" b="b" t="t" l="l"/>
            <a:pathLst>
              <a:path h="3558257" w="3548918">
                <a:moveTo>
                  <a:pt x="0" y="0"/>
                </a:moveTo>
                <a:lnTo>
                  <a:pt x="3548918" y="0"/>
                </a:lnTo>
                <a:lnTo>
                  <a:pt x="3548918" y="3558257"/>
                </a:lnTo>
                <a:lnTo>
                  <a:pt x="0" y="355825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3545743" y="13348343"/>
            <a:ext cx="4182041" cy="4301861"/>
          </a:xfrm>
          <a:custGeom>
            <a:avLst/>
            <a:gdLst/>
            <a:ahLst/>
            <a:cxnLst/>
            <a:rect r="r" b="b" t="t" l="l"/>
            <a:pathLst>
              <a:path h="4301861" w="4182041">
                <a:moveTo>
                  <a:pt x="0" y="0"/>
                </a:moveTo>
                <a:lnTo>
                  <a:pt x="4182040" y="0"/>
                </a:lnTo>
                <a:lnTo>
                  <a:pt x="4182040" y="4301861"/>
                </a:lnTo>
                <a:lnTo>
                  <a:pt x="0" y="430186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53721" t="-48046" r="-50855" b="-50832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2731189" y="7901166"/>
            <a:ext cx="3632399" cy="3632399"/>
            <a:chOff x="0" y="0"/>
            <a:chExt cx="4843199" cy="484319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843199" cy="4843199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104775"/>
                <a:ext cx="6604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624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5168" y="30335"/>
              <a:ext cx="4812864" cy="4812864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0"/>
                <a:stretch>
                  <a:fillRect l="-3710" t="0" r="-3710" b="0"/>
                </a:stretch>
              </a:blipFill>
            </p:spPr>
          </p:sp>
        </p:grpSp>
      </p:grpSp>
      <p:sp>
        <p:nvSpPr>
          <p:cNvPr name="TextBox 29" id="29"/>
          <p:cNvSpPr txBox="true"/>
          <p:nvPr/>
        </p:nvSpPr>
        <p:spPr>
          <a:xfrm rot="0">
            <a:off x="2114550" y="974217"/>
            <a:ext cx="10485653" cy="189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2"/>
              </a:lnSpc>
            </a:pPr>
            <a:r>
              <a:rPr lang="en-US" b="true" sz="1093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Organigramme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9824" y="14026086"/>
            <a:ext cx="2864351" cy="295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b="true" sz="4596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Fateh Rouabah</a:t>
            </a:r>
          </a:p>
          <a:p>
            <a:pPr algn="ctr">
              <a:lnSpc>
                <a:spcPts val="3676"/>
              </a:lnSpc>
            </a:pPr>
            <a:r>
              <a:rPr lang="en-US" b="true" sz="3063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de Site Tanashore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16782" y="8378842"/>
            <a:ext cx="3554973" cy="2511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b="true" sz="4643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Kathleen Manevy</a:t>
            </a:r>
          </a:p>
          <a:p>
            <a:pPr algn="ctr">
              <a:lnSpc>
                <a:spcPts val="3714"/>
              </a:lnSpc>
            </a:pPr>
            <a:r>
              <a:rPr lang="en-US" b="true" sz="3095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Directrice People Solutions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14171" y="14269470"/>
            <a:ext cx="3169921" cy="249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b="true" sz="4596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Thierry Ralitera</a:t>
            </a:r>
          </a:p>
          <a:p>
            <a:pPr algn="ctr">
              <a:lnSpc>
                <a:spcPts val="3676"/>
              </a:lnSpc>
            </a:pPr>
            <a:r>
              <a:rPr lang="en-US" b="true" sz="3063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de Site Titan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31923" y="8205611"/>
            <a:ext cx="3445119" cy="297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b="true" sz="4643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Andotiana Rakotonavahy</a:t>
            </a:r>
          </a:p>
          <a:p>
            <a:pPr algn="ctr">
              <a:lnSpc>
                <a:spcPts val="3714"/>
              </a:lnSpc>
            </a:pPr>
            <a:r>
              <a:rPr lang="en-US" b="true" sz="3095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Directrice Finance &amp; Gestion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11504" y="2954665"/>
            <a:ext cx="3162643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b="true" sz="4687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Julien Marchand</a:t>
            </a:r>
          </a:p>
          <a:p>
            <a:pPr algn="ctr">
              <a:lnSpc>
                <a:spcPts val="3749"/>
              </a:lnSpc>
            </a:pPr>
            <a:r>
              <a:rPr lang="en-US" b="true" sz="3124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Général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890938" y="13966305"/>
            <a:ext cx="2717268" cy="295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b="true" sz="4596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Antoine Devos</a:t>
            </a:r>
          </a:p>
          <a:p>
            <a:pPr algn="ctr">
              <a:lnSpc>
                <a:spcPts val="3676"/>
              </a:lnSpc>
            </a:pPr>
            <a:r>
              <a:rPr lang="en-US" b="true" sz="3063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de Site Tamatave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202861" y="14007408"/>
            <a:ext cx="2906993" cy="295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b="true" sz="4596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Alexis Guillaume</a:t>
            </a:r>
          </a:p>
          <a:p>
            <a:pPr algn="ctr">
              <a:lnSpc>
                <a:spcPts val="3676"/>
              </a:lnSpc>
            </a:pPr>
            <a:r>
              <a:rPr lang="en-US" b="true" sz="3063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de Production Tamatave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585659" y="8574448"/>
            <a:ext cx="2937112" cy="2049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b="true" sz="4643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Thierry Tsitoara</a:t>
            </a:r>
          </a:p>
          <a:p>
            <a:pPr algn="ctr">
              <a:lnSpc>
                <a:spcPts val="3714"/>
              </a:lnSpc>
            </a:pPr>
            <a:r>
              <a:rPr lang="en-US" b="true" sz="3095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IT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306102" y="8375735"/>
            <a:ext cx="3665850" cy="297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2"/>
              </a:lnSpc>
            </a:pPr>
            <a:r>
              <a:rPr lang="en-US" b="true" sz="4643">
                <a:solidFill>
                  <a:srgbClr val="003D5B"/>
                </a:solidFill>
                <a:latin typeface="Market Pro Bold"/>
                <a:ea typeface="Market Pro Bold"/>
                <a:cs typeface="Market Pro Bold"/>
                <a:sym typeface="Market Pro Bold"/>
              </a:rPr>
              <a:t>Nalidera Ramaharobandro</a:t>
            </a:r>
          </a:p>
          <a:p>
            <a:pPr algn="ctr">
              <a:lnSpc>
                <a:spcPts val="3714"/>
              </a:lnSpc>
            </a:pPr>
            <a:r>
              <a:rPr lang="en-US" b="true" sz="3095">
                <a:solidFill>
                  <a:srgbClr val="003D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Directeur Amélioration continue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30570359" y="14361479"/>
            <a:ext cx="3232896" cy="2495246"/>
            <a:chOff x="0" y="0"/>
            <a:chExt cx="4310528" cy="3326995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-180975"/>
              <a:ext cx="4310528" cy="2048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8"/>
                </a:lnSpc>
              </a:pPr>
              <a:r>
                <a:rPr lang="en-US" b="true" sz="4598">
                  <a:solidFill>
                    <a:srgbClr val="003D5B"/>
                  </a:solidFill>
                  <a:latin typeface="Market Pro Bold"/>
                  <a:ea typeface="Market Pro Bold"/>
                  <a:cs typeface="Market Pro Bold"/>
                  <a:sym typeface="Market Pro Bold"/>
                </a:rPr>
                <a:t>Tovo Randriamihaja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1928977"/>
              <a:ext cx="4310528" cy="139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2"/>
                </a:lnSpc>
              </a:pPr>
              <a:r>
                <a:rPr lang="en-US" sz="3059" b="true">
                  <a:solidFill>
                    <a:srgbClr val="003D5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Directeur audit des opérations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DAGdeK6VUIw</dc:identifier>
  <dcterms:modified xsi:type="dcterms:W3CDTF">2011-08-01T06:04:30Z</dcterms:modified>
  <cp:revision>1</cp:revision>
  <dc:title>orga.psd.pdf</dc:title>
</cp:coreProperties>
</file>